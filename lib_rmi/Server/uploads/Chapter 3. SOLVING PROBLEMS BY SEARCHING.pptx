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1218882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55" roundtripDataSignature="AMtx7mjxhtLvxleIwmWIt9Qzj8lVbW2D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1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1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1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2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2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2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p2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2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p2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2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2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3" name="Google Shape;85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Vấn đề với giải thuật tìm kiếm với giới hạn độ sâu (DLS)</a:t>
            </a:r>
            <a:endParaRPr/>
          </a:p>
          <a:p>
            <a:pPr indent="0" lvl="1" marL="457200" rtl="0" algn="l">
              <a:spcBef>
                <a:spcPts val="0"/>
              </a:spcBef>
              <a:spcAft>
                <a:spcPts val="0"/>
              </a:spcAft>
              <a:buNone/>
            </a:pPr>
            <a:r>
              <a:rPr lang="en-US"/>
              <a:t>Nếu tất cả các lời giải (các nút đích) nằm ở độ sâu lớn hơn giới hạn độ sâu l, thì giải thuật DLS thất bại (không tìm được lời giải)</a:t>
            </a:r>
            <a:endParaRPr/>
          </a:p>
          <a:p>
            <a:pPr indent="0" lvl="0" marL="0" rtl="0" algn="l">
              <a:spcBef>
                <a:spcPts val="0"/>
              </a:spcBef>
              <a:spcAft>
                <a:spcPts val="0"/>
              </a:spcAft>
              <a:buNone/>
            </a:pPr>
            <a:r>
              <a:rPr lang="en-US"/>
              <a:t>Giải thuật tìm kiếm sâu dần</a:t>
            </a:r>
            <a:endParaRPr/>
          </a:p>
          <a:p>
            <a:pPr indent="0" lvl="1" marL="457200" rtl="0" algn="l">
              <a:spcBef>
                <a:spcPts val="0"/>
              </a:spcBef>
              <a:spcAft>
                <a:spcPts val="0"/>
              </a:spcAft>
              <a:buNone/>
            </a:pPr>
            <a:r>
              <a:rPr lang="en-US"/>
              <a:t>Áp dụng giải thuật DFS với các đường đi (trong cây) có độ dài &lt;=1</a:t>
            </a:r>
            <a:endParaRPr/>
          </a:p>
          <a:p>
            <a:pPr indent="0" lvl="1" marL="457200" rtl="0" algn="l">
              <a:spcBef>
                <a:spcPts val="0"/>
              </a:spcBef>
              <a:spcAft>
                <a:spcPts val="0"/>
              </a:spcAft>
              <a:buNone/>
            </a:pPr>
            <a:r>
              <a:rPr lang="en-US"/>
              <a:t>Nếu thất bại (không tìm được lời giải), tiếp tục áp dụng giải thuật DFS đối với các đường đi có độ dài &lt;=2</a:t>
            </a:r>
            <a:endParaRPr/>
          </a:p>
          <a:p>
            <a:pPr indent="0" lvl="1" marL="457200" rtl="0" algn="l">
              <a:spcBef>
                <a:spcPts val="0"/>
              </a:spcBef>
              <a:spcAft>
                <a:spcPts val="0"/>
              </a:spcAft>
              <a:buNone/>
            </a:pPr>
            <a:r>
              <a:rPr lang="en-US"/>
              <a:t>Nếu thất bại (không tìm được lời giải), tiếp tục áp dụng giải thuật DFS đối với các đường đi có độ dài &lt;=3</a:t>
            </a:r>
            <a:endParaRPr/>
          </a:p>
          <a:p>
            <a:pPr indent="0" lvl="0" marL="0" rtl="0" algn="l">
              <a:spcBef>
                <a:spcPts val="0"/>
              </a:spcBef>
              <a:spcAft>
                <a:spcPts val="0"/>
              </a:spcAft>
              <a:buNone/>
            </a:pPr>
            <a:r>
              <a:rPr lang="en-US"/>
              <a:t>…tiếp tục như trên, cho đến khi: (1) tìm được lời giải, hoặc (2) toàn bộ cây đã được xét mà không tìm được lời giải</a:t>
            </a:r>
            <a:endParaRPr/>
          </a:p>
          <a:p>
            <a:pPr indent="0" lvl="0" marL="0" rtl="0" algn="l">
              <a:spcBef>
                <a:spcPts val="0"/>
              </a:spcBef>
              <a:spcAft>
                <a:spcPts val="0"/>
              </a:spcAft>
              <a:buNone/>
            </a:pPr>
            <a:r>
              <a:t/>
            </a:r>
            <a:endParaRPr/>
          </a:p>
        </p:txBody>
      </p:sp>
      <p:sp>
        <p:nvSpPr>
          <p:cNvPr id="854" name="Google Shape;854;p2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p2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2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3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p3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3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9" name="Google Shape;90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Like breadth first, but with costs. Label with cumulative cost.</a:t>
            </a:r>
            <a:endParaRPr/>
          </a:p>
          <a:p>
            <a:pPr indent="0" lvl="0" marL="0" rtl="0" algn="l">
              <a:spcBef>
                <a:spcPts val="0"/>
              </a:spcBef>
              <a:spcAft>
                <a:spcPts val="0"/>
              </a:spcAft>
              <a:buNone/>
            </a:pPr>
            <a:r>
              <a:rPr lang="en-US"/>
              <a:t>Goal path not victory until try to expanded.</a:t>
            </a:r>
            <a:endParaRPr/>
          </a:p>
          <a:p>
            <a:pPr indent="0" lvl="0" marL="0" rtl="0" algn="l">
              <a:spcBef>
                <a:spcPts val="0"/>
              </a:spcBef>
              <a:spcAft>
                <a:spcPts val="0"/>
              </a:spcAft>
              <a:buNone/>
            </a:pPr>
            <a:r>
              <a:rPr lang="en-US"/>
              <a:t>Contours show equal cost.</a:t>
            </a:r>
            <a:endParaRPr/>
          </a:p>
          <a:p>
            <a:pPr indent="0" lvl="0" marL="0" rtl="0" algn="l">
              <a:spcBef>
                <a:spcPts val="0"/>
              </a:spcBef>
              <a:spcAft>
                <a:spcPts val="0"/>
              </a:spcAft>
              <a:buNone/>
            </a:pPr>
            <a:r>
              <a:t/>
            </a:r>
            <a:endParaRPr/>
          </a:p>
        </p:txBody>
      </p:sp>
      <p:sp>
        <p:nvSpPr>
          <p:cNvPr id="910" name="Google Shape;910;p3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911" name="Google Shape;911;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1" name="Google Shape;1071;p3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3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9" name="Google Shape;1079;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0" name="Google Shape;1080;p3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081" name="Google Shape;1081;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8" name="Google Shape;1108;p3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3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8" name="Google Shape;1118;p3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7" name="Google Shape;1127;p3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3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5" name="Google Shape;114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6" name="Google Shape;1146;p3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147" name="Google Shape;1147;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3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9" name="Google Shape;1159;p3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160" name="Google Shape;1160;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4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8" name="Google Shape;1168;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1169" name="Google Shape;1169;p4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170" name="Google Shape;1170;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4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6" name="Google Shape;1196;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7" name="Google Shape;1197;p4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198" name="Google Shape;1198;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p4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9" name="Google Shape;1209;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1210" name="Google Shape;1210;p4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211" name="Google Shape;1211;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4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0" name="Google Shape;1220;p4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221" name="Google Shape;1221;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4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0" name="Google Shape;1230;p4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4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5" name="Google Shape;1245;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6" name="Google Shape;1246;p4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247" name="Google Shape;1247;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4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7" name="Google Shape;1257;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8" name="Google Shape;1258;p4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259" name="Google Shape;1259;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4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0" name="Google Shape;1270;p4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271" name="Google Shape;1271;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4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6" name="Google Shape;1346;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7" name="Google Shape;1347;p4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348" name="Google Shape;1348;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6" name="Google Shape;1356;p4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51"/>
          <p:cNvSpPr txBox="1"/>
          <p:nvPr>
            <p:ph type="ctrTitle"/>
          </p:nvPr>
        </p:nvSpPr>
        <p:spPr>
          <a:xfrm>
            <a:off x="914162" y="2438400"/>
            <a:ext cx="10360501" cy="116205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3760AA"/>
              </a:buClr>
              <a:buSzPts val="5400"/>
              <a:buFont typeface="Calibri"/>
              <a:buNone/>
              <a:defRPr sz="5400">
                <a:solidFill>
                  <a:srgbClr val="3760A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51"/>
          <p:cNvSpPr txBox="1"/>
          <p:nvPr>
            <p:ph idx="1" type="subTitle"/>
          </p:nvPr>
        </p:nvSpPr>
        <p:spPr>
          <a:xfrm>
            <a:off x="1828324" y="3581400"/>
            <a:ext cx="8532178" cy="685800"/>
          </a:xfrm>
          <a:prstGeom prst="rect">
            <a:avLst/>
          </a:prstGeom>
          <a:noFill/>
          <a:ln>
            <a:noFill/>
          </a:ln>
        </p:spPr>
        <p:txBody>
          <a:bodyPr anchorCtr="0" anchor="t" bIns="45700" lIns="91425" spcFirstLastPara="1" rIns="91425" wrap="square" tIns="45700">
            <a:normAutofit/>
          </a:bodyPr>
          <a:lstStyle>
            <a:lvl1pPr lvl="0" algn="ctr">
              <a:spcBef>
                <a:spcPts val="560"/>
              </a:spcBef>
              <a:spcAft>
                <a:spcPts val="0"/>
              </a:spcAft>
              <a:buClr>
                <a:srgbClr val="888888"/>
              </a:buClr>
              <a:buSzPts val="2800"/>
              <a:buNone/>
              <a:defRPr sz="2800">
                <a:solidFill>
                  <a:srgbClr val="888888"/>
                </a:solidFill>
              </a:defRPr>
            </a:lvl1pPr>
            <a:lvl2pPr lvl="1" algn="ctr">
              <a:spcBef>
                <a:spcPts val="480"/>
              </a:spcBef>
              <a:spcAft>
                <a:spcPts val="0"/>
              </a:spcAft>
              <a:buSzPts val="2400"/>
              <a:buNone/>
              <a:defRPr>
                <a:solidFill>
                  <a:srgbClr val="888888"/>
                </a:solidFill>
              </a:defRPr>
            </a:lvl2pPr>
            <a:lvl3pPr lvl="2" algn="ctr">
              <a:spcBef>
                <a:spcPts val="480"/>
              </a:spcBef>
              <a:spcAft>
                <a:spcPts val="0"/>
              </a:spcAft>
              <a:buSzPts val="2400"/>
              <a:buNone/>
              <a:defRPr>
                <a:solidFill>
                  <a:srgbClr val="888888"/>
                </a:solidFill>
              </a:defRPr>
            </a:lvl3pPr>
            <a:lvl4pPr lvl="3" algn="ctr">
              <a:spcBef>
                <a:spcPts val="480"/>
              </a:spcBef>
              <a:spcAft>
                <a:spcPts val="0"/>
              </a:spcAft>
              <a:buClr>
                <a:srgbClr val="888888"/>
              </a:buClr>
              <a:buSzPts val="2400"/>
              <a:buNone/>
              <a:defRPr>
                <a:solidFill>
                  <a:srgbClr val="888888"/>
                </a:solidFill>
              </a:defRPr>
            </a:lvl4pPr>
            <a:lvl5pPr lvl="4" algn="ctr">
              <a:spcBef>
                <a:spcPts val="480"/>
              </a:spcBef>
              <a:spcAft>
                <a:spcPts val="0"/>
              </a:spcAft>
              <a:buSzPts val="24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52"/>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Clr>
                <a:srgbClr val="FF0000"/>
              </a:buClr>
              <a:buSzPts val="3000"/>
              <a:buFont typeface="Calibri"/>
              <a:buNone/>
              <a:defRPr>
                <a:solidFill>
                  <a:srgbClr val="FF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2"/>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3760AA"/>
              </a:buClr>
              <a:buSzPts val="2400"/>
              <a:buChar char="•"/>
              <a:defRPr sz="2400">
                <a:solidFill>
                  <a:srgbClr val="3760AA"/>
                </a:solidFill>
                <a:latin typeface="Arial"/>
                <a:ea typeface="Arial"/>
                <a:cs typeface="Arial"/>
                <a:sym typeface="Arial"/>
              </a:defRPr>
            </a:lvl1pPr>
            <a:lvl2pPr indent="-381000" lvl="1" marL="914400" algn="l">
              <a:spcBef>
                <a:spcPts val="480"/>
              </a:spcBef>
              <a:spcAft>
                <a:spcPts val="0"/>
              </a:spcAft>
              <a:buSzPts val="2400"/>
              <a:buFont typeface="Calibri"/>
              <a:buChar char="⁻"/>
              <a:defRPr sz="2400">
                <a:latin typeface="Arial"/>
                <a:ea typeface="Arial"/>
                <a:cs typeface="Arial"/>
                <a:sym typeface="Arial"/>
              </a:defRPr>
            </a:lvl2pPr>
            <a:lvl3pPr indent="-342900" lvl="2" marL="1371600" algn="l">
              <a:spcBef>
                <a:spcPts val="360"/>
              </a:spcBef>
              <a:spcAft>
                <a:spcPts val="0"/>
              </a:spcAft>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52"/>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2"/>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53"/>
          <p:cNvSpPr txBox="1"/>
          <p:nvPr>
            <p:ph type="title"/>
          </p:nvPr>
        </p:nvSpPr>
        <p:spPr>
          <a:xfrm>
            <a:off x="531812" y="2819400"/>
            <a:ext cx="10969943"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366092"/>
              </a:buClr>
              <a:buSzPts val="4800"/>
              <a:buFont typeface="Calibri"/>
              <a:buNone/>
              <a:defRPr sz="4800">
                <a:solidFill>
                  <a:srgbClr val="36609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53"/>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3"/>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2209640" y="122238"/>
            <a:ext cx="9523572" cy="334962"/>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Clr>
                <a:srgbClr val="3760AA"/>
              </a:buClr>
              <a:buSzPts val="3000"/>
              <a:buFont typeface="Calibri"/>
              <a:buNone/>
              <a:defRPr b="1" i="0" sz="3000" u="none" cap="none" strike="noStrike">
                <a:solidFill>
                  <a:srgbClr val="3760A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0"/>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rgbClr val="366092"/>
              </a:buClr>
              <a:buSzPts val="2400"/>
              <a:buFont typeface="Arial"/>
              <a:buChar char="•"/>
              <a:defRPr b="0" i="0" sz="2400" u="none" cap="none" strike="noStrike">
                <a:solidFill>
                  <a:srgbClr val="366092"/>
                </a:solidFill>
                <a:latin typeface="Arial"/>
                <a:ea typeface="Arial"/>
                <a:cs typeface="Arial"/>
                <a:sym typeface="Arial"/>
              </a:defRPr>
            </a:lvl1pPr>
            <a:lvl2pPr indent="-381000" lvl="1" marL="914400" marR="0" rtl="0" algn="l">
              <a:spcBef>
                <a:spcPts val="480"/>
              </a:spcBef>
              <a:spcAft>
                <a:spcPts val="0"/>
              </a:spcAft>
              <a:buClr>
                <a:srgbClr val="C00000"/>
              </a:buClr>
              <a:buSzPts val="2400"/>
              <a:buFont typeface="Calibri"/>
              <a:buChar char="⁻"/>
              <a:defRPr b="0" i="0" sz="24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0070C0"/>
              </a:buClr>
              <a:buSzPts val="2400"/>
              <a:buFont typeface="Arial"/>
              <a:buChar char="•"/>
              <a:defRPr b="0" i="0" sz="2400" u="none" cap="none" strike="noStrike">
                <a:solidFill>
                  <a:schemeClr val="dk1"/>
                </a:solidFill>
                <a:latin typeface="Calibri"/>
                <a:ea typeface="Calibri"/>
                <a:cs typeface="Calibri"/>
                <a:sym typeface="Calibri"/>
              </a:defRPr>
            </a:lvl3pPr>
            <a:lvl4pPr indent="-381000" lvl="3" marL="18288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4pPr>
            <a:lvl5pPr indent="-381000" lvl="4" marL="2286000" marR="0" rtl="0" algn="l">
              <a:spcBef>
                <a:spcPts val="480"/>
              </a:spcBef>
              <a:spcAft>
                <a:spcPts val="0"/>
              </a:spcAft>
              <a:buClr>
                <a:srgbClr val="FF0000"/>
              </a:buClr>
              <a:buSzPts val="2400"/>
              <a:buFont typeface="Arial"/>
              <a:buChar char="•"/>
              <a:defRPr b="0" i="0" sz="24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0"/>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0"/>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chemeClr val="lt1"/>
                </a:solidFill>
                <a:latin typeface="Calibri"/>
                <a:ea typeface="Calibri"/>
                <a:cs typeface="Calibri"/>
                <a:sym typeface="Calibri"/>
              </a:defRPr>
            </a:lvl1pPr>
            <a:lvl2pPr indent="0" lvl="1" marL="0" marR="0" rtl="0" algn="r">
              <a:spcBef>
                <a:spcPts val="0"/>
              </a:spcBef>
              <a:buNone/>
              <a:defRPr b="1" i="0" sz="1200" u="none" cap="none" strike="noStrike">
                <a:solidFill>
                  <a:schemeClr val="lt1"/>
                </a:solidFill>
                <a:latin typeface="Calibri"/>
                <a:ea typeface="Calibri"/>
                <a:cs typeface="Calibri"/>
                <a:sym typeface="Calibri"/>
              </a:defRPr>
            </a:lvl2pPr>
            <a:lvl3pPr indent="0" lvl="2" marL="0" marR="0" rtl="0" algn="r">
              <a:spcBef>
                <a:spcPts val="0"/>
              </a:spcBef>
              <a:buNone/>
              <a:defRPr b="1" i="0" sz="1200" u="none" cap="none" strike="noStrike">
                <a:solidFill>
                  <a:schemeClr val="lt1"/>
                </a:solidFill>
                <a:latin typeface="Calibri"/>
                <a:ea typeface="Calibri"/>
                <a:cs typeface="Calibri"/>
                <a:sym typeface="Calibri"/>
              </a:defRPr>
            </a:lvl3pPr>
            <a:lvl4pPr indent="0" lvl="3" marL="0" marR="0" rtl="0" algn="r">
              <a:spcBef>
                <a:spcPts val="0"/>
              </a:spcBef>
              <a:buNone/>
              <a:defRPr b="1" i="0" sz="1200" u="none" cap="none" strike="noStrike">
                <a:solidFill>
                  <a:schemeClr val="lt1"/>
                </a:solidFill>
                <a:latin typeface="Calibri"/>
                <a:ea typeface="Calibri"/>
                <a:cs typeface="Calibri"/>
                <a:sym typeface="Calibri"/>
              </a:defRPr>
            </a:lvl4pPr>
            <a:lvl5pPr indent="0" lvl="4" marL="0" marR="0" rtl="0" algn="r">
              <a:spcBef>
                <a:spcPts val="0"/>
              </a:spcBef>
              <a:buNone/>
              <a:defRPr b="1" i="0" sz="1200" u="none" cap="none" strike="noStrike">
                <a:solidFill>
                  <a:schemeClr val="lt1"/>
                </a:solidFill>
                <a:latin typeface="Calibri"/>
                <a:ea typeface="Calibri"/>
                <a:cs typeface="Calibri"/>
                <a:sym typeface="Calibri"/>
              </a:defRPr>
            </a:lvl5pPr>
            <a:lvl6pPr indent="0" lvl="5" marL="0" marR="0" rtl="0" algn="r">
              <a:spcBef>
                <a:spcPts val="0"/>
              </a:spcBef>
              <a:buNone/>
              <a:defRPr b="1" i="0" sz="1200" u="none" cap="none" strike="noStrike">
                <a:solidFill>
                  <a:schemeClr val="lt1"/>
                </a:solidFill>
                <a:latin typeface="Calibri"/>
                <a:ea typeface="Calibri"/>
                <a:cs typeface="Calibri"/>
                <a:sym typeface="Calibri"/>
              </a:defRPr>
            </a:lvl6pPr>
            <a:lvl7pPr indent="0" lvl="6" marL="0" marR="0" rtl="0" algn="r">
              <a:spcBef>
                <a:spcPts val="0"/>
              </a:spcBef>
              <a:buNone/>
              <a:defRPr b="1" i="0" sz="1200" u="none" cap="none" strike="noStrike">
                <a:solidFill>
                  <a:schemeClr val="lt1"/>
                </a:solidFill>
                <a:latin typeface="Calibri"/>
                <a:ea typeface="Calibri"/>
                <a:cs typeface="Calibri"/>
                <a:sym typeface="Calibri"/>
              </a:defRPr>
            </a:lvl7pPr>
            <a:lvl8pPr indent="0" lvl="7" marL="0" marR="0" rtl="0" algn="r">
              <a:spcBef>
                <a:spcPts val="0"/>
              </a:spcBef>
              <a:buNone/>
              <a:defRPr b="1" i="0" sz="1200" u="none" cap="none" strike="noStrike">
                <a:solidFill>
                  <a:schemeClr val="lt1"/>
                </a:solidFill>
                <a:latin typeface="Calibri"/>
                <a:ea typeface="Calibri"/>
                <a:cs typeface="Calibri"/>
                <a:sym typeface="Calibri"/>
              </a:defRPr>
            </a:lvl8pPr>
            <a:lvl9pPr indent="0" lvl="8" marL="0" marR="0" rtl="0" algn="r">
              <a:spcBef>
                <a:spcPts val="0"/>
              </a:spcBef>
              <a:buNone/>
              <a:defRPr b="1"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7.gif"/><Relationship Id="rId6"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7.png"/><Relationship Id="rId4" Type="http://schemas.openxmlformats.org/officeDocument/2006/relationships/image" Target="../media/image33.png"/><Relationship Id="rId5"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30.png"/><Relationship Id="rId5"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30.png"/><Relationship Id="rId5"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2.png"/><Relationship Id="rId4" Type="http://schemas.openxmlformats.org/officeDocument/2006/relationships/image" Target="../media/image36.png"/><Relationship Id="rId5"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0.png"/><Relationship Id="rId4" Type="http://schemas.openxmlformats.org/officeDocument/2006/relationships/image" Target="../media/image34.png"/><Relationship Id="rId5"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0.png"/><Relationship Id="rId4" Type="http://schemas.openxmlformats.org/officeDocument/2006/relationships/image" Target="../media/image34.png"/><Relationship Id="rId5"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1"/>
          <p:cNvSpPr txBox="1"/>
          <p:nvPr>
            <p:ph type="ctrTitle"/>
          </p:nvPr>
        </p:nvSpPr>
        <p:spPr>
          <a:xfrm>
            <a:off x="227012" y="2438400"/>
            <a:ext cx="11811000" cy="116205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C00000"/>
              </a:buClr>
              <a:buSzPts val="5400"/>
              <a:buFont typeface="Calibri"/>
              <a:buNone/>
            </a:pPr>
            <a:r>
              <a:rPr lang="en-US">
                <a:solidFill>
                  <a:srgbClr val="C00000"/>
                </a:solidFill>
              </a:rPr>
              <a:t>SOLVING PROBLEMS BY SEARCHING</a:t>
            </a:r>
            <a:endParaRPr sz="5400">
              <a:solidFill>
                <a:srgbClr val="C00000"/>
              </a:solidFill>
            </a:endParaRPr>
          </a:p>
        </p:txBody>
      </p:sp>
      <p:sp>
        <p:nvSpPr>
          <p:cNvPr id="31" name="Google Shape;31;p1"/>
          <p:cNvSpPr txBox="1"/>
          <p:nvPr/>
        </p:nvSpPr>
        <p:spPr>
          <a:xfrm>
            <a:off x="3427412" y="1538748"/>
            <a:ext cx="5562600" cy="381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C00000"/>
                </a:solidFill>
                <a:latin typeface="Calibri"/>
                <a:ea typeface="Calibri"/>
                <a:cs typeface="Calibri"/>
                <a:sym typeface="Calibri"/>
              </a:rPr>
              <a:t>Nhân bản</a:t>
            </a:r>
            <a:r>
              <a:rPr b="1" i="0" lang="en-US" sz="2000" u="none" cap="none" strike="noStrike">
                <a:solidFill>
                  <a:srgbClr val="366092"/>
                </a:solidFill>
                <a:latin typeface="Calibri"/>
                <a:ea typeface="Calibri"/>
                <a:cs typeface="Calibri"/>
                <a:sym typeface="Calibri"/>
              </a:rPr>
              <a:t> – </a:t>
            </a:r>
            <a:r>
              <a:rPr b="1" i="0" lang="en-US" sz="2000" u="none" cap="none" strike="noStrike">
                <a:solidFill>
                  <a:srgbClr val="FFC000"/>
                </a:solidFill>
                <a:latin typeface="Calibri"/>
                <a:ea typeface="Calibri"/>
                <a:cs typeface="Calibri"/>
                <a:sym typeface="Calibri"/>
              </a:rPr>
              <a:t>Phụng sự</a:t>
            </a:r>
            <a:r>
              <a:rPr b="1" i="0" lang="en-US" sz="2000" u="none" cap="none" strike="noStrike">
                <a:solidFill>
                  <a:srgbClr val="366092"/>
                </a:solidFill>
                <a:latin typeface="Calibri"/>
                <a:ea typeface="Calibri"/>
                <a:cs typeface="Calibri"/>
                <a:sym typeface="Calibri"/>
              </a:rPr>
              <a:t> – </a:t>
            </a:r>
            <a:r>
              <a:rPr b="1" i="0" lang="en-US" sz="2000" u="none" cap="none" strike="noStrike">
                <a:solidFill>
                  <a:srgbClr val="002060"/>
                </a:solidFill>
                <a:latin typeface="Calibri"/>
                <a:ea typeface="Calibri"/>
                <a:cs typeface="Calibri"/>
                <a:sym typeface="Calibri"/>
              </a:rPr>
              <a:t>Khai phóng</a:t>
            </a:r>
            <a:endParaRPr b="1" i="0" sz="2000" u="none" cap="none" strike="noStrike">
              <a:solidFill>
                <a:schemeClr val="lt1"/>
              </a:solidFill>
              <a:latin typeface="Calibri"/>
              <a:ea typeface="Calibri"/>
              <a:cs typeface="Calibri"/>
              <a:sym typeface="Calibri"/>
            </a:endParaRPr>
          </a:p>
        </p:txBody>
      </p:sp>
      <p:sp>
        <p:nvSpPr>
          <p:cNvPr id="32" name="Google Shape;32;p1"/>
          <p:cNvSpPr txBox="1"/>
          <p:nvPr>
            <p:ph idx="1" type="subTitle"/>
          </p:nvPr>
        </p:nvSpPr>
        <p:spPr>
          <a:xfrm>
            <a:off x="1828324" y="3581400"/>
            <a:ext cx="8532178" cy="685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2"/>
          <p:cNvSpPr txBox="1"/>
          <p:nvPr>
            <p:ph type="title"/>
          </p:nvPr>
        </p:nvSpPr>
        <p:spPr>
          <a:xfrm>
            <a:off x="2362040" y="136524"/>
            <a:ext cx="9523572"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Solving Problems By Searching</a:t>
            </a:r>
            <a:endParaRPr/>
          </a:p>
        </p:txBody>
      </p:sp>
      <p:sp>
        <p:nvSpPr>
          <p:cNvPr id="38" name="Google Shape;38;p2"/>
          <p:cNvSpPr txBox="1"/>
          <p:nvPr>
            <p:ph idx="1" type="body"/>
          </p:nvPr>
        </p:nvSpPr>
        <p:spPr>
          <a:xfrm>
            <a:off x="1370012" y="1371600"/>
            <a:ext cx="6172200" cy="5105399"/>
          </a:xfrm>
          <a:prstGeom prst="rect">
            <a:avLst/>
          </a:prstGeom>
          <a:noFill/>
          <a:ln>
            <a:noFill/>
          </a:ln>
        </p:spPr>
        <p:txBody>
          <a:bodyPr anchorCtr="0" anchor="t" bIns="45700" lIns="91425" spcFirstLastPara="1" rIns="91425" wrap="square" tIns="45700">
            <a:normAutofit/>
          </a:bodyPr>
          <a:lstStyle/>
          <a:p>
            <a:pPr indent="-225425" lvl="0" marL="225425" rtl="0" algn="l">
              <a:lnSpc>
                <a:spcPct val="150000"/>
              </a:lnSpc>
              <a:spcBef>
                <a:spcPts val="0"/>
              </a:spcBef>
              <a:spcAft>
                <a:spcPts val="0"/>
              </a:spcAft>
              <a:buClr>
                <a:srgbClr val="3760AA"/>
              </a:buClr>
              <a:buSzPts val="3200"/>
              <a:buChar char="•"/>
            </a:pPr>
            <a:r>
              <a:rPr lang="en-US" sz="3200"/>
              <a:t>Search Problems</a:t>
            </a:r>
            <a:endParaRPr/>
          </a:p>
          <a:p>
            <a:pPr indent="-225425" lvl="0" marL="225425" rtl="0" algn="l">
              <a:lnSpc>
                <a:spcPct val="150000"/>
              </a:lnSpc>
              <a:spcBef>
                <a:spcPts val="640"/>
              </a:spcBef>
              <a:spcAft>
                <a:spcPts val="0"/>
              </a:spcAft>
              <a:buClr>
                <a:srgbClr val="3760AA"/>
              </a:buClr>
              <a:buSzPts val="3200"/>
              <a:buChar char="•"/>
            </a:pPr>
            <a:r>
              <a:rPr lang="en-US" sz="3200"/>
              <a:t>Uninformed Search </a:t>
            </a:r>
            <a:endParaRPr/>
          </a:p>
          <a:p>
            <a:pPr indent="-225425" lvl="0" marL="225425" rtl="0" algn="l">
              <a:lnSpc>
                <a:spcPct val="150000"/>
              </a:lnSpc>
              <a:spcBef>
                <a:spcPts val="640"/>
              </a:spcBef>
              <a:spcAft>
                <a:spcPts val="0"/>
              </a:spcAft>
              <a:buClr>
                <a:srgbClr val="3760AA"/>
              </a:buClr>
              <a:buSzPts val="3200"/>
              <a:buChar char="•"/>
            </a:pPr>
            <a:r>
              <a:rPr lang="en-US" sz="3200"/>
              <a:t>Informed Search</a:t>
            </a:r>
            <a:endParaRPr/>
          </a:p>
          <a:p>
            <a:pPr indent="0" lvl="0" marL="0" rtl="0" algn="l">
              <a:lnSpc>
                <a:spcPct val="150000"/>
              </a:lnSpc>
              <a:spcBef>
                <a:spcPts val="640"/>
              </a:spcBef>
              <a:spcAft>
                <a:spcPts val="0"/>
              </a:spcAft>
              <a:buClr>
                <a:srgbClr val="3760AA"/>
              </a:buClr>
              <a:buSzPts val="3200"/>
              <a:buNone/>
            </a:pPr>
            <a:r>
              <a:t/>
            </a:r>
            <a:endParaRPr sz="3200"/>
          </a:p>
        </p:txBody>
      </p:sp>
      <p:sp>
        <p:nvSpPr>
          <p:cNvPr id="39" name="Google Shape;39;p2"/>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40" name="Google Shape;40;p2"/>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3"/>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SOLVING PROBLEMS BY SEARCHING</a:t>
            </a:r>
            <a:endParaRPr/>
          </a:p>
        </p:txBody>
      </p:sp>
      <p:sp>
        <p:nvSpPr>
          <p:cNvPr id="46" name="Google Shape;46;p3"/>
          <p:cNvSpPr txBox="1"/>
          <p:nvPr>
            <p:ph idx="1" type="body"/>
          </p:nvPr>
        </p:nvSpPr>
        <p:spPr>
          <a:xfrm>
            <a:off x="661979" y="4461645"/>
            <a:ext cx="4026054" cy="1324303"/>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3760AA"/>
              </a:buClr>
              <a:buSzPts val="2400"/>
              <a:buNone/>
            </a:pPr>
            <a:r>
              <a:rPr lang="en-US"/>
              <a:t>The Seven Bridges of Königsberg Euler’s graphical representation</a:t>
            </a:r>
            <a:endParaRPr/>
          </a:p>
        </p:txBody>
      </p:sp>
      <p:pic>
        <p:nvPicPr>
          <p:cNvPr id="47" name="Google Shape;47;p3"/>
          <p:cNvPicPr preferRelativeResize="0"/>
          <p:nvPr/>
        </p:nvPicPr>
        <p:blipFill rotWithShape="1">
          <a:blip r:embed="rId3">
            <a:alphaModFix/>
          </a:blip>
          <a:srcRect b="0" l="0" r="4034" t="0"/>
          <a:stretch/>
        </p:blipFill>
        <p:spPr>
          <a:xfrm>
            <a:off x="5106699" y="3613844"/>
            <a:ext cx="6739850" cy="2793882"/>
          </a:xfrm>
          <a:prstGeom prst="rect">
            <a:avLst/>
          </a:prstGeom>
          <a:noFill/>
          <a:ln>
            <a:noFill/>
          </a:ln>
        </p:spPr>
      </p:pic>
      <p:pic>
        <p:nvPicPr>
          <p:cNvPr id="48" name="Google Shape;48;p3"/>
          <p:cNvPicPr preferRelativeResize="0"/>
          <p:nvPr/>
        </p:nvPicPr>
        <p:blipFill rotWithShape="1">
          <a:blip r:embed="rId4">
            <a:alphaModFix/>
          </a:blip>
          <a:srcRect b="0" l="0" r="0" t="0"/>
          <a:stretch/>
        </p:blipFill>
        <p:spPr>
          <a:xfrm>
            <a:off x="1176455" y="1231130"/>
            <a:ext cx="10534274" cy="2407464"/>
          </a:xfrm>
          <a:prstGeom prst="rect">
            <a:avLst/>
          </a:prstGeom>
          <a:noFill/>
          <a:ln>
            <a:noFill/>
          </a:ln>
        </p:spPr>
      </p:pic>
      <p:sp>
        <p:nvSpPr>
          <p:cNvPr id="49" name="Google Shape;49;p3"/>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50" name="Google Shape;50;p3"/>
          <p:cNvSpPr txBox="1"/>
          <p:nvPr>
            <p:ph idx="4294967295" type="sldNum"/>
          </p:nvPr>
        </p:nvSpPr>
        <p:spPr>
          <a:xfrm>
            <a:off x="10611132" y="6566848"/>
            <a:ext cx="1274480" cy="29297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lt1"/>
                </a:solidFill>
              </a:rPr>
              <a:t>‹#›</a:t>
            </a:fld>
            <a:endParaRPr sz="12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4"/>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Problem-Solving Agents</a:t>
            </a:r>
            <a:endParaRPr/>
          </a:p>
        </p:txBody>
      </p:sp>
      <p:sp>
        <p:nvSpPr>
          <p:cNvPr id="56" name="Google Shape;56;p4"/>
          <p:cNvSpPr txBox="1"/>
          <p:nvPr>
            <p:ph idx="4294967295" type="sldNum"/>
          </p:nvPr>
        </p:nvSpPr>
        <p:spPr>
          <a:xfrm>
            <a:off x="10717759" y="6596558"/>
            <a:ext cx="1274480" cy="29297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7" name="Google Shape;57;p4"/>
          <p:cNvPicPr preferRelativeResize="0"/>
          <p:nvPr/>
        </p:nvPicPr>
        <p:blipFill rotWithShape="1">
          <a:blip r:embed="rId3">
            <a:alphaModFix/>
          </a:blip>
          <a:srcRect b="0" l="0" r="0" t="0"/>
          <a:stretch/>
        </p:blipFill>
        <p:spPr>
          <a:xfrm>
            <a:off x="379412" y="1336128"/>
            <a:ext cx="6126426" cy="4381500"/>
          </a:xfrm>
          <a:prstGeom prst="rect">
            <a:avLst/>
          </a:prstGeom>
          <a:noFill/>
          <a:ln>
            <a:noFill/>
          </a:ln>
        </p:spPr>
      </p:pic>
      <p:sp>
        <p:nvSpPr>
          <p:cNvPr id="58" name="Google Shape;58;p4"/>
          <p:cNvSpPr txBox="1"/>
          <p:nvPr>
            <p:ph idx="1" type="body"/>
          </p:nvPr>
        </p:nvSpPr>
        <p:spPr>
          <a:xfrm>
            <a:off x="1943950" y="5029200"/>
            <a:ext cx="7960462" cy="2212589"/>
          </a:xfrm>
          <a:prstGeom prst="rect">
            <a:avLst/>
          </a:prstGeom>
          <a:noFill/>
          <a:ln>
            <a:noFill/>
          </a:ln>
        </p:spPr>
        <p:txBody>
          <a:bodyPr anchorCtr="0" anchor="t" bIns="45700" lIns="91425" spcFirstLastPara="1" rIns="91425" wrap="square" tIns="45700">
            <a:normAutofit/>
          </a:bodyPr>
          <a:lstStyle/>
          <a:p>
            <a:pPr indent="-225425" lvl="0" marL="225425" rtl="0" algn="just">
              <a:spcBef>
                <a:spcPts val="0"/>
              </a:spcBef>
              <a:spcAft>
                <a:spcPts val="0"/>
              </a:spcAft>
              <a:buClr>
                <a:srgbClr val="3760AA"/>
              </a:buClr>
              <a:buSzPts val="2400"/>
              <a:buChar char="•"/>
            </a:pPr>
            <a:r>
              <a:rPr lang="en-US"/>
              <a:t>A</a:t>
            </a:r>
            <a:endParaRPr/>
          </a:p>
        </p:txBody>
      </p:sp>
      <p:sp>
        <p:nvSpPr>
          <p:cNvPr id="59" name="Google Shape;59;p4"/>
          <p:cNvSpPr txBox="1"/>
          <p:nvPr/>
        </p:nvSpPr>
        <p:spPr>
          <a:xfrm>
            <a:off x="7123826" y="1219243"/>
            <a:ext cx="5135827" cy="4803389"/>
          </a:xfrm>
          <a:prstGeom prst="rect">
            <a:avLst/>
          </a:prstGeom>
          <a:noFill/>
          <a:ln>
            <a:noFill/>
          </a:ln>
        </p:spPr>
        <p:txBody>
          <a:bodyPr anchorCtr="0" anchor="t" bIns="45700" lIns="91425" spcFirstLastPara="1" rIns="91425" wrap="square" tIns="45700">
            <a:normAutofit fontScale="70000" lnSpcReduction="20000"/>
          </a:bodyPr>
          <a:lstStyle/>
          <a:p>
            <a:pPr indent="-225425" lvl="0" marL="225425" marR="0" rtl="0" algn="just">
              <a:spcBef>
                <a:spcPts val="0"/>
              </a:spcBef>
              <a:spcAft>
                <a:spcPts val="0"/>
              </a:spcAft>
              <a:buClr>
                <a:srgbClr val="3760AA"/>
              </a:buClr>
              <a:buSzPct val="100000"/>
              <a:buFont typeface="Arial"/>
              <a:buChar char="•"/>
            </a:pPr>
            <a:r>
              <a:rPr b="0" i="0" lang="en-US" sz="2400" u="none" cap="none" strike="noStrike">
                <a:solidFill>
                  <a:srgbClr val="3760AA"/>
                </a:solidFill>
                <a:latin typeface="Arial"/>
                <a:ea typeface="Arial"/>
                <a:cs typeface="Arial"/>
                <a:sym typeface="Arial"/>
              </a:rPr>
              <a:t>Goal formulation: </a:t>
            </a:r>
            <a:endParaRPr/>
          </a:p>
          <a:p>
            <a:pPr indent="-231775" lvl="1" marL="688975" marR="0" rtl="0" algn="just">
              <a:spcBef>
                <a:spcPts val="336"/>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Goals organize behavior by limiting the objectives and hence the actions to be considered.</a:t>
            </a:r>
            <a:endParaRPr/>
          </a:p>
          <a:p>
            <a:pPr indent="-225425" lvl="0" marL="225425" marR="0" rtl="0" algn="just">
              <a:spcBef>
                <a:spcPts val="336"/>
              </a:spcBef>
              <a:spcAft>
                <a:spcPts val="0"/>
              </a:spcAft>
              <a:buClr>
                <a:srgbClr val="3760AA"/>
              </a:buClr>
              <a:buSzPct val="100000"/>
              <a:buFont typeface="Arial"/>
              <a:buChar char="•"/>
            </a:pPr>
            <a:r>
              <a:rPr b="0" i="0" lang="en-US" sz="2400" u="none" cap="none" strike="noStrike">
                <a:solidFill>
                  <a:srgbClr val="3760AA"/>
                </a:solidFill>
                <a:latin typeface="Arial"/>
                <a:ea typeface="Arial"/>
                <a:cs typeface="Arial"/>
                <a:sym typeface="Arial"/>
              </a:rPr>
              <a:t>Problem formulation: </a:t>
            </a:r>
            <a:endParaRPr/>
          </a:p>
          <a:p>
            <a:pPr indent="-231775" lvl="1" marL="688975" marR="0" rtl="0" algn="just">
              <a:spcBef>
                <a:spcPts val="336"/>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The agent devises a description of the states and actions necessary to reach the goal-an abstract model of the relevant part of the world. </a:t>
            </a:r>
            <a:endParaRPr/>
          </a:p>
          <a:p>
            <a:pPr indent="-225425" lvl="0" marL="225425" marR="0" rtl="0" algn="just">
              <a:spcBef>
                <a:spcPts val="336"/>
              </a:spcBef>
              <a:spcAft>
                <a:spcPts val="0"/>
              </a:spcAft>
              <a:buClr>
                <a:srgbClr val="3760AA"/>
              </a:buClr>
              <a:buSzPct val="100000"/>
              <a:buFont typeface="Arial"/>
              <a:buChar char="•"/>
            </a:pPr>
            <a:r>
              <a:rPr b="0" i="0" lang="en-US" sz="2400" u="none" cap="none" strike="noStrike">
                <a:solidFill>
                  <a:srgbClr val="3760AA"/>
                </a:solidFill>
                <a:latin typeface="Arial"/>
                <a:ea typeface="Arial"/>
                <a:cs typeface="Arial"/>
                <a:sym typeface="Arial"/>
              </a:rPr>
              <a:t>Search: </a:t>
            </a:r>
            <a:endParaRPr/>
          </a:p>
          <a:p>
            <a:pPr indent="-231775" lvl="1" marL="688975" marR="0" rtl="0" algn="just">
              <a:spcBef>
                <a:spcPts val="336"/>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Before taking any action in the real world, the agent simulates sequences of actions in its model, searching until it finds a sequence of actions that reaches the goal. Such a sequence is called a solution. </a:t>
            </a:r>
            <a:endParaRPr/>
          </a:p>
          <a:p>
            <a:pPr indent="-225425" lvl="0" marL="225425" marR="0" rtl="0" algn="just">
              <a:spcBef>
                <a:spcPts val="336"/>
              </a:spcBef>
              <a:spcAft>
                <a:spcPts val="0"/>
              </a:spcAft>
              <a:buClr>
                <a:srgbClr val="3760AA"/>
              </a:buClr>
              <a:buSzPct val="100000"/>
              <a:buFont typeface="Arial"/>
              <a:buChar char="•"/>
            </a:pPr>
            <a:r>
              <a:rPr b="0" i="0" lang="en-US" sz="2400" u="none" cap="none" strike="noStrike">
                <a:solidFill>
                  <a:srgbClr val="3760AA"/>
                </a:solidFill>
                <a:latin typeface="Arial"/>
                <a:ea typeface="Arial"/>
                <a:cs typeface="Arial"/>
                <a:sym typeface="Arial"/>
              </a:rPr>
              <a:t>Execution: </a:t>
            </a:r>
            <a:endParaRPr/>
          </a:p>
          <a:p>
            <a:pPr indent="-231775" lvl="1" marL="688975" marR="0" rtl="0" algn="just">
              <a:spcBef>
                <a:spcPts val="336"/>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The agent can now execute the actions in the solution, one at a time.</a:t>
            </a:r>
            <a:endParaRPr/>
          </a:p>
        </p:txBody>
      </p:sp>
      <p:sp>
        <p:nvSpPr>
          <p:cNvPr id="60" name="Google Shape;60;p4"/>
          <p:cNvSpPr txBox="1"/>
          <p:nvPr/>
        </p:nvSpPr>
        <p:spPr>
          <a:xfrm>
            <a:off x="3732212" y="5873986"/>
            <a:ext cx="3581400" cy="52301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9A009A"/>
              </a:buClr>
              <a:buSzPts val="1800"/>
              <a:buFont typeface="Arial"/>
              <a:buNone/>
            </a:pPr>
            <a:r>
              <a:rPr b="0" i="0" lang="en-US" sz="1800" u="none" cap="none" strike="noStrike">
                <a:solidFill>
                  <a:srgbClr val="9A009A"/>
                </a:solidFill>
                <a:latin typeface="Arial"/>
                <a:ea typeface="Arial"/>
                <a:cs typeface="Arial"/>
                <a:sym typeface="Arial"/>
              </a:rPr>
              <a:t>Solution: a sequence of actions</a:t>
            </a:r>
            <a:endParaRPr b="0" i="0" sz="2400" u="none" cap="none" strike="noStrike">
              <a:solidFill>
                <a:srgbClr val="3760AA"/>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5"/>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t/>
            </a:r>
            <a:endParaRPr/>
          </a:p>
        </p:txBody>
      </p:sp>
      <p:sp>
        <p:nvSpPr>
          <p:cNvPr id="66" name="Google Shape;66;p5"/>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67" name="Google Shape;67;p5"/>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8" name="Google Shape;68;p5"/>
          <p:cNvSpPr txBox="1"/>
          <p:nvPr>
            <p:ph idx="1" type="body"/>
          </p:nvPr>
        </p:nvSpPr>
        <p:spPr>
          <a:xfrm>
            <a:off x="8599891" y="1524000"/>
            <a:ext cx="3505200" cy="4246461"/>
          </a:xfrm>
          <a:prstGeom prst="rect">
            <a:avLst/>
          </a:prstGeom>
          <a:noFill/>
          <a:ln>
            <a:noFill/>
          </a:ln>
        </p:spPr>
        <p:txBody>
          <a:bodyPr anchorCtr="0" anchor="t" bIns="45700" lIns="91425" spcFirstLastPara="1" rIns="91425" wrap="square" tIns="45700">
            <a:normAutofit fontScale="92500" lnSpcReduction="10000"/>
          </a:bodyPr>
          <a:lstStyle/>
          <a:p>
            <a:pPr indent="-225425" lvl="0" marL="225425" rtl="0" algn="just">
              <a:spcBef>
                <a:spcPts val="0"/>
              </a:spcBef>
              <a:spcAft>
                <a:spcPts val="0"/>
              </a:spcAft>
              <a:buClr>
                <a:srgbClr val="3760AA"/>
              </a:buClr>
              <a:buSzPct val="100000"/>
              <a:buChar char="•"/>
            </a:pPr>
            <a:r>
              <a:rPr lang="en-US"/>
              <a:t>A sequence of actions forms a path, and a solution is a path from the initial state to a goal state. </a:t>
            </a:r>
            <a:endParaRPr/>
          </a:p>
          <a:p>
            <a:pPr indent="-225425" lvl="0" marL="225425" rtl="0" algn="just">
              <a:spcBef>
                <a:spcPts val="444"/>
              </a:spcBef>
              <a:spcAft>
                <a:spcPts val="0"/>
              </a:spcAft>
              <a:buClr>
                <a:srgbClr val="3760AA"/>
              </a:buClr>
              <a:buSzPct val="100000"/>
              <a:buChar char="•"/>
            </a:pPr>
            <a:r>
              <a:rPr lang="en-US"/>
              <a:t>We assume that action costs are additive; that is, the total cost of a path is the sum of the individual action costs. </a:t>
            </a:r>
            <a:endParaRPr/>
          </a:p>
          <a:p>
            <a:pPr indent="-225425" lvl="0" marL="225425" rtl="0" algn="just">
              <a:spcBef>
                <a:spcPts val="444"/>
              </a:spcBef>
              <a:spcAft>
                <a:spcPts val="0"/>
              </a:spcAft>
              <a:buClr>
                <a:srgbClr val="3760AA"/>
              </a:buClr>
              <a:buSzPct val="100000"/>
              <a:buChar char="•"/>
            </a:pPr>
            <a:r>
              <a:rPr lang="en-US"/>
              <a:t>An optimal solution has the lowest path cost among all solutions.</a:t>
            </a:r>
            <a:endParaRPr/>
          </a:p>
        </p:txBody>
      </p:sp>
      <p:pic>
        <p:nvPicPr>
          <p:cNvPr id="69" name="Google Shape;69;p5"/>
          <p:cNvPicPr preferRelativeResize="0"/>
          <p:nvPr/>
        </p:nvPicPr>
        <p:blipFill rotWithShape="1">
          <a:blip r:embed="rId3">
            <a:alphaModFix/>
          </a:blip>
          <a:srcRect b="0" l="0" r="0" t="0"/>
          <a:stretch/>
        </p:blipFill>
        <p:spPr>
          <a:xfrm>
            <a:off x="509004" y="692069"/>
            <a:ext cx="8099227" cy="57087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6"/>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Search problem</a:t>
            </a:r>
            <a:endParaRPr/>
          </a:p>
        </p:txBody>
      </p:sp>
      <p:sp>
        <p:nvSpPr>
          <p:cNvPr id="75" name="Google Shape;75;p6"/>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p>
            <a:pPr indent="-73025" lvl="0" marL="225425" rtl="0" algn="l">
              <a:spcBef>
                <a:spcPts val="0"/>
              </a:spcBef>
              <a:spcAft>
                <a:spcPts val="0"/>
              </a:spcAft>
              <a:buClr>
                <a:srgbClr val="3760AA"/>
              </a:buClr>
              <a:buSzPts val="2400"/>
              <a:buNone/>
            </a:pPr>
            <a:r>
              <a:t/>
            </a:r>
            <a:endParaRPr/>
          </a:p>
        </p:txBody>
      </p:sp>
      <p:sp>
        <p:nvSpPr>
          <p:cNvPr id="76" name="Google Shape;76;p6"/>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77" name="Google Shape;77;p6"/>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78" name="Google Shape;78;p6"/>
          <p:cNvPicPr preferRelativeResize="0"/>
          <p:nvPr/>
        </p:nvPicPr>
        <p:blipFill rotWithShape="1">
          <a:blip r:embed="rId3">
            <a:alphaModFix/>
          </a:blip>
          <a:srcRect b="0" l="0" r="0" t="0"/>
          <a:stretch/>
        </p:blipFill>
        <p:spPr>
          <a:xfrm>
            <a:off x="4875212" y="914400"/>
            <a:ext cx="7116261" cy="4363469"/>
          </a:xfrm>
          <a:prstGeom prst="rect">
            <a:avLst/>
          </a:prstGeom>
          <a:noFill/>
          <a:ln>
            <a:noFill/>
          </a:ln>
        </p:spPr>
      </p:pic>
      <p:pic>
        <p:nvPicPr>
          <p:cNvPr id="79" name="Google Shape;79;p6"/>
          <p:cNvPicPr preferRelativeResize="0"/>
          <p:nvPr/>
        </p:nvPicPr>
        <p:blipFill rotWithShape="1">
          <a:blip r:embed="rId4">
            <a:alphaModFix/>
          </a:blip>
          <a:srcRect b="0" l="0" r="0" t="0"/>
          <a:stretch/>
        </p:blipFill>
        <p:spPr>
          <a:xfrm>
            <a:off x="426893" y="1066800"/>
            <a:ext cx="4112269" cy="25614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7"/>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Search problem</a:t>
            </a:r>
            <a:endParaRPr/>
          </a:p>
        </p:txBody>
      </p:sp>
      <p:sp>
        <p:nvSpPr>
          <p:cNvPr id="85" name="Google Shape;85;p7"/>
          <p:cNvSpPr txBox="1"/>
          <p:nvPr>
            <p:ph idx="1" type="body"/>
          </p:nvPr>
        </p:nvSpPr>
        <p:spPr>
          <a:xfrm>
            <a:off x="177217" y="3255254"/>
            <a:ext cx="5196017" cy="2993145"/>
          </a:xfrm>
          <a:prstGeom prst="rect">
            <a:avLst/>
          </a:prstGeom>
          <a:noFill/>
          <a:ln>
            <a:noFill/>
          </a:ln>
        </p:spPr>
        <p:txBody>
          <a:bodyPr anchorCtr="0" anchor="t" bIns="45700" lIns="91425" spcFirstLastPara="1" rIns="91425" wrap="square" tIns="45700">
            <a:normAutofit fontScale="77500" lnSpcReduction="20000"/>
          </a:bodyPr>
          <a:lstStyle/>
          <a:p>
            <a:pPr indent="-225425" lvl="0" marL="225425" rtl="0" algn="l">
              <a:spcBef>
                <a:spcPts val="0"/>
              </a:spcBef>
              <a:spcAft>
                <a:spcPts val="0"/>
              </a:spcAft>
              <a:buClr>
                <a:srgbClr val="3760AA"/>
              </a:buClr>
              <a:buSzPct val="100000"/>
              <a:buChar char="•"/>
            </a:pPr>
            <a:r>
              <a:rPr lang="en-US"/>
              <a:t>The problem definition is simple:</a:t>
            </a:r>
            <a:endParaRPr/>
          </a:p>
          <a:p>
            <a:pPr indent="-231775" lvl="1" marL="688975" rtl="0" algn="just">
              <a:spcBef>
                <a:spcPts val="372"/>
              </a:spcBef>
              <a:spcAft>
                <a:spcPts val="0"/>
              </a:spcAft>
              <a:buSzPct val="100000"/>
              <a:buChar char="⁻"/>
            </a:pPr>
            <a:r>
              <a:rPr lang="en-US"/>
              <a:t>States: Positive real numbers</a:t>
            </a:r>
            <a:endParaRPr/>
          </a:p>
          <a:p>
            <a:pPr indent="-231775" lvl="1" marL="688975" rtl="0" algn="just">
              <a:spcBef>
                <a:spcPts val="372"/>
              </a:spcBef>
              <a:spcAft>
                <a:spcPts val="0"/>
              </a:spcAft>
              <a:buSzPct val="100000"/>
              <a:buChar char="⁻"/>
            </a:pPr>
            <a:r>
              <a:rPr lang="en-US"/>
              <a:t>Initial state: 4</a:t>
            </a:r>
            <a:endParaRPr/>
          </a:p>
          <a:p>
            <a:pPr indent="-231775" lvl="1" marL="688975" rtl="0" algn="just">
              <a:spcBef>
                <a:spcPts val="372"/>
              </a:spcBef>
              <a:spcAft>
                <a:spcPts val="0"/>
              </a:spcAft>
              <a:buSzPct val="100000"/>
              <a:buChar char="⁻"/>
            </a:pPr>
            <a:r>
              <a:rPr lang="en-US"/>
              <a:t>Actions: Apply square root, floor, or factorial operation (factorial for integers only)</a:t>
            </a:r>
            <a:endParaRPr/>
          </a:p>
          <a:p>
            <a:pPr indent="-231775" lvl="1" marL="688975" rtl="0" algn="just">
              <a:spcBef>
                <a:spcPts val="372"/>
              </a:spcBef>
              <a:spcAft>
                <a:spcPts val="0"/>
              </a:spcAft>
              <a:buSzPct val="100000"/>
              <a:buChar char="⁻"/>
            </a:pPr>
            <a:r>
              <a:rPr lang="en-US"/>
              <a:t>Transition model: As given by the mathematical definitions of the operations</a:t>
            </a:r>
            <a:endParaRPr/>
          </a:p>
          <a:p>
            <a:pPr indent="-231775" lvl="1" marL="688975" rtl="0" algn="just">
              <a:spcBef>
                <a:spcPts val="372"/>
              </a:spcBef>
              <a:spcAft>
                <a:spcPts val="0"/>
              </a:spcAft>
              <a:buSzPct val="100000"/>
              <a:buChar char="⁻"/>
            </a:pPr>
            <a:r>
              <a:rPr lang="en-US"/>
              <a:t>Goal state: The desired positive integer.</a:t>
            </a:r>
            <a:endParaRPr/>
          </a:p>
          <a:p>
            <a:pPr indent="-231775" lvl="1" marL="688975" rtl="0" algn="just">
              <a:spcBef>
                <a:spcPts val="372"/>
              </a:spcBef>
              <a:spcAft>
                <a:spcPts val="0"/>
              </a:spcAft>
              <a:buSzPct val="100000"/>
              <a:buChar char="⁻"/>
            </a:pPr>
            <a:r>
              <a:rPr lang="en-US"/>
              <a:t>Action cost: Each action costs 1</a:t>
            </a:r>
            <a:endParaRPr/>
          </a:p>
        </p:txBody>
      </p:sp>
      <p:sp>
        <p:nvSpPr>
          <p:cNvPr id="86" name="Google Shape;86;p7"/>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7" name="Google Shape;87;p7"/>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8" name="Google Shape;88;p7"/>
          <p:cNvPicPr preferRelativeResize="0"/>
          <p:nvPr/>
        </p:nvPicPr>
        <p:blipFill rotWithShape="1">
          <a:blip r:embed="rId3">
            <a:alphaModFix/>
          </a:blip>
          <a:srcRect b="0" l="0" r="0" t="0"/>
          <a:stretch/>
        </p:blipFill>
        <p:spPr>
          <a:xfrm>
            <a:off x="769512" y="1036758"/>
            <a:ext cx="3886200" cy="1482474"/>
          </a:xfrm>
          <a:prstGeom prst="rect">
            <a:avLst/>
          </a:prstGeom>
          <a:noFill/>
          <a:ln>
            <a:noFill/>
          </a:ln>
        </p:spPr>
      </p:pic>
      <p:sp>
        <p:nvSpPr>
          <p:cNvPr id="89" name="Google Shape;89;p7"/>
          <p:cNvSpPr txBox="1"/>
          <p:nvPr/>
        </p:nvSpPr>
        <p:spPr>
          <a:xfrm>
            <a:off x="6445046" y="3255254"/>
            <a:ext cx="5566562" cy="3662979"/>
          </a:xfrm>
          <a:prstGeom prst="rect">
            <a:avLst/>
          </a:prstGeom>
          <a:noFill/>
          <a:ln>
            <a:noFill/>
          </a:ln>
        </p:spPr>
        <p:txBody>
          <a:bodyPr anchorCtr="0" anchor="t" bIns="45700" lIns="91425" spcFirstLastPara="1" rIns="91425" wrap="square" tIns="45700">
            <a:normAutofit fontScale="62500" lnSpcReduction="20000"/>
          </a:bodyPr>
          <a:lstStyle/>
          <a:p>
            <a:pPr indent="-225425" lvl="0" marL="225425" marR="0" rtl="0" algn="l">
              <a:spcBef>
                <a:spcPts val="0"/>
              </a:spcBef>
              <a:spcAft>
                <a:spcPts val="0"/>
              </a:spcAft>
              <a:buClr>
                <a:srgbClr val="3760AA"/>
              </a:buClr>
              <a:buSzPct val="100000"/>
              <a:buFont typeface="Arial"/>
              <a:buChar char="•"/>
            </a:pPr>
            <a:r>
              <a:rPr b="0" i="0" lang="en-US" sz="2400" u="none" cap="none" strike="noStrike">
                <a:solidFill>
                  <a:srgbClr val="3760AA"/>
                </a:solidFill>
                <a:latin typeface="Arial"/>
                <a:ea typeface="Arial"/>
                <a:cs typeface="Arial"/>
                <a:sym typeface="Arial"/>
              </a:rPr>
              <a:t>The standard formulation of the 8 puzzle is as follows:</a:t>
            </a:r>
            <a:endParaRPr/>
          </a:p>
          <a:p>
            <a:pPr indent="-231775" lvl="1" marL="688975" marR="0" rtl="0" algn="just">
              <a:spcBef>
                <a:spcPts val="300"/>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States: A state description specifies the location of each of the tiles</a:t>
            </a:r>
            <a:endParaRPr/>
          </a:p>
          <a:p>
            <a:pPr indent="-231775" lvl="1" marL="688975" marR="0" rtl="0" algn="just">
              <a:spcBef>
                <a:spcPts val="300"/>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Initial state: Any state can be designated as the initial state</a:t>
            </a:r>
            <a:endParaRPr/>
          </a:p>
          <a:p>
            <a:pPr indent="-231775" lvl="1" marL="688975" marR="0" rtl="0" algn="just">
              <a:spcBef>
                <a:spcPts val="300"/>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Actions: While in the physical world it is a tile that slides, the simplest way of describing an action is to think of the blank space moving Left, Right, Up, or Down. If the blank is at an edge or corner then not all actions will be applicable</a:t>
            </a:r>
            <a:endParaRPr/>
          </a:p>
          <a:p>
            <a:pPr indent="-231775" lvl="1" marL="688975" marR="0" rtl="0" algn="just">
              <a:spcBef>
                <a:spcPts val="300"/>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Transition model: Maps a state and action to a resulting state</a:t>
            </a:r>
            <a:endParaRPr/>
          </a:p>
          <a:p>
            <a:pPr indent="-231775" lvl="1" marL="688975" marR="0" rtl="0" algn="just">
              <a:spcBef>
                <a:spcPts val="300"/>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Goal state: Although any state could be the goal, we typically specify a state with the numbers in order</a:t>
            </a:r>
            <a:endParaRPr/>
          </a:p>
          <a:p>
            <a:pPr indent="-231775" lvl="1" marL="688975" marR="0" rtl="0" algn="just">
              <a:spcBef>
                <a:spcPts val="300"/>
              </a:spcBef>
              <a:spcAft>
                <a:spcPts val="0"/>
              </a:spcAft>
              <a:buClr>
                <a:srgbClr val="C00000"/>
              </a:buClr>
              <a:buSzPct val="100000"/>
              <a:buFont typeface="Calibri"/>
              <a:buChar char="⁻"/>
            </a:pPr>
            <a:r>
              <a:rPr b="0" i="0" lang="en-US" sz="2400" u="none" cap="none" strike="noStrike">
                <a:solidFill>
                  <a:schemeClr val="dk1"/>
                </a:solidFill>
                <a:latin typeface="Arial"/>
                <a:ea typeface="Arial"/>
                <a:cs typeface="Arial"/>
                <a:sym typeface="Arial"/>
              </a:rPr>
              <a:t>Action cost: Each action costs 1</a:t>
            </a:r>
            <a:endParaRPr/>
          </a:p>
        </p:txBody>
      </p:sp>
      <p:pic>
        <p:nvPicPr>
          <p:cNvPr id="90" name="Google Shape;90;p7"/>
          <p:cNvPicPr preferRelativeResize="0"/>
          <p:nvPr/>
        </p:nvPicPr>
        <p:blipFill rotWithShape="1">
          <a:blip r:embed="rId4">
            <a:alphaModFix/>
          </a:blip>
          <a:srcRect b="0" l="0" r="0" t="0"/>
          <a:stretch/>
        </p:blipFill>
        <p:spPr>
          <a:xfrm>
            <a:off x="7285737" y="705904"/>
            <a:ext cx="4256975" cy="23006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8"/>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Search problem</a:t>
            </a:r>
            <a:endParaRPr/>
          </a:p>
        </p:txBody>
      </p:sp>
      <p:sp>
        <p:nvSpPr>
          <p:cNvPr id="96" name="Google Shape;96;p8"/>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97" name="Google Shape;97;p8"/>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8" name="Google Shape;98;p8"/>
          <p:cNvPicPr preferRelativeResize="0"/>
          <p:nvPr/>
        </p:nvPicPr>
        <p:blipFill rotWithShape="1">
          <a:blip r:embed="rId3">
            <a:alphaModFix/>
          </a:blip>
          <a:srcRect b="0" l="0" r="0" t="0"/>
          <a:stretch/>
        </p:blipFill>
        <p:spPr>
          <a:xfrm>
            <a:off x="330022" y="658556"/>
            <a:ext cx="4064035" cy="2770444"/>
          </a:xfrm>
          <a:prstGeom prst="rect">
            <a:avLst/>
          </a:prstGeom>
          <a:noFill/>
          <a:ln>
            <a:noFill/>
          </a:ln>
        </p:spPr>
      </p:pic>
      <p:pic>
        <p:nvPicPr>
          <p:cNvPr id="99" name="Google Shape;99;p8"/>
          <p:cNvPicPr preferRelativeResize="0"/>
          <p:nvPr/>
        </p:nvPicPr>
        <p:blipFill rotWithShape="1">
          <a:blip r:embed="rId4">
            <a:alphaModFix/>
          </a:blip>
          <a:srcRect b="0" l="0" r="0" t="0"/>
          <a:stretch/>
        </p:blipFill>
        <p:spPr>
          <a:xfrm>
            <a:off x="9273524" y="812532"/>
            <a:ext cx="2794362" cy="2768385"/>
          </a:xfrm>
          <a:prstGeom prst="rect">
            <a:avLst/>
          </a:prstGeom>
          <a:noFill/>
          <a:ln>
            <a:noFill/>
          </a:ln>
        </p:spPr>
      </p:pic>
      <p:pic>
        <p:nvPicPr>
          <p:cNvPr descr="Finding Problem - an overview | ScienceDirect Topics" id="100" name="Google Shape;100;p8"/>
          <p:cNvPicPr preferRelativeResize="0"/>
          <p:nvPr/>
        </p:nvPicPr>
        <p:blipFill rotWithShape="1">
          <a:blip r:embed="rId5">
            <a:alphaModFix/>
          </a:blip>
          <a:srcRect b="0" l="0" r="0" t="0"/>
          <a:stretch/>
        </p:blipFill>
        <p:spPr>
          <a:xfrm>
            <a:off x="5255949" y="954585"/>
            <a:ext cx="3242017" cy="3090767"/>
          </a:xfrm>
          <a:prstGeom prst="rect">
            <a:avLst/>
          </a:prstGeom>
          <a:noFill/>
          <a:ln>
            <a:noFill/>
          </a:ln>
        </p:spPr>
      </p:pic>
      <p:pic>
        <p:nvPicPr>
          <p:cNvPr descr="dấu hỏi (?) Tiếng Anh là gì" id="101" name="Google Shape;101;p8"/>
          <p:cNvPicPr preferRelativeResize="0"/>
          <p:nvPr>
            <p:ph idx="1" type="body"/>
          </p:nvPr>
        </p:nvPicPr>
        <p:blipFill rotWithShape="1">
          <a:blip r:embed="rId6">
            <a:alphaModFix/>
          </a:blip>
          <a:srcRect b="0" l="0" r="0" t="0"/>
          <a:stretch/>
        </p:blipFill>
        <p:spPr>
          <a:xfrm>
            <a:off x="5637212" y="4267200"/>
            <a:ext cx="2105024" cy="21050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9"/>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Search Data Structures</a:t>
            </a:r>
            <a:endParaRPr/>
          </a:p>
        </p:txBody>
      </p:sp>
      <p:sp>
        <p:nvSpPr>
          <p:cNvPr id="107" name="Google Shape;107;p9"/>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p>
            <a:pPr indent="-225425" lvl="0" marL="225425" rtl="0" algn="l">
              <a:spcBef>
                <a:spcPts val="0"/>
              </a:spcBef>
              <a:spcAft>
                <a:spcPts val="0"/>
              </a:spcAft>
              <a:buClr>
                <a:srgbClr val="3760AA"/>
              </a:buClr>
              <a:buSzPts val="2400"/>
              <a:buChar char="•"/>
            </a:pPr>
            <a:r>
              <a:rPr lang="en-US"/>
              <a:t>Search algorithms require data structures to keep track of the search tree</a:t>
            </a:r>
            <a:endParaRPr/>
          </a:p>
          <a:p>
            <a:pPr indent="-225425" lvl="0" marL="225425" rtl="0" algn="l">
              <a:spcBef>
                <a:spcPts val="480"/>
              </a:spcBef>
              <a:spcAft>
                <a:spcPts val="0"/>
              </a:spcAft>
              <a:buClr>
                <a:srgbClr val="3760AA"/>
              </a:buClr>
              <a:buSzPts val="2400"/>
              <a:buChar char="•"/>
            </a:pPr>
            <a:r>
              <a:rPr lang="en-US"/>
              <a:t>A node in the search tree is represented by four components:</a:t>
            </a:r>
            <a:endParaRPr/>
          </a:p>
          <a:p>
            <a:pPr indent="-231775" lvl="1" marL="688975" rtl="0" algn="l">
              <a:spcBef>
                <a:spcPts val="480"/>
              </a:spcBef>
              <a:spcAft>
                <a:spcPts val="0"/>
              </a:spcAft>
              <a:buSzPts val="2400"/>
              <a:buChar char="⁻"/>
            </a:pPr>
            <a:r>
              <a:rPr lang="en-US"/>
              <a:t>node.STATE: the state to which the node corresponds</a:t>
            </a:r>
            <a:endParaRPr/>
          </a:p>
          <a:p>
            <a:pPr indent="-231775" lvl="1" marL="688975" rtl="0" algn="l">
              <a:spcBef>
                <a:spcPts val="480"/>
              </a:spcBef>
              <a:spcAft>
                <a:spcPts val="0"/>
              </a:spcAft>
              <a:buSzPts val="2400"/>
              <a:buChar char="⁻"/>
            </a:pPr>
            <a:r>
              <a:rPr lang="en-US"/>
              <a:t>node.PARENT: the node in the tree that generated this node</a:t>
            </a:r>
            <a:endParaRPr/>
          </a:p>
          <a:p>
            <a:pPr indent="-231775" lvl="1" marL="688975" rtl="0" algn="l">
              <a:spcBef>
                <a:spcPts val="480"/>
              </a:spcBef>
              <a:spcAft>
                <a:spcPts val="0"/>
              </a:spcAft>
              <a:buSzPts val="2400"/>
              <a:buChar char="⁻"/>
            </a:pPr>
            <a:r>
              <a:rPr lang="en-US"/>
              <a:t>node.ACTION: the action applied to the parent’s state to generate this node</a:t>
            </a:r>
            <a:endParaRPr/>
          </a:p>
          <a:p>
            <a:pPr indent="-231775" lvl="1" marL="688975" rtl="0" algn="l">
              <a:spcBef>
                <a:spcPts val="480"/>
              </a:spcBef>
              <a:spcAft>
                <a:spcPts val="0"/>
              </a:spcAft>
              <a:buSzPts val="2400"/>
              <a:buChar char="⁻"/>
            </a:pPr>
            <a:r>
              <a:rPr lang="en-US"/>
              <a:t>node.PATH-COST: the total cost of the path from the initial state to this node</a:t>
            </a:r>
            <a:endParaRPr/>
          </a:p>
          <a:p>
            <a:pPr indent="-231775" lvl="1" marL="688975" rtl="0" algn="l">
              <a:spcBef>
                <a:spcPts val="480"/>
              </a:spcBef>
              <a:spcAft>
                <a:spcPts val="0"/>
              </a:spcAft>
              <a:buSzPts val="2400"/>
              <a:buChar char="⁻"/>
            </a:pPr>
            <a:r>
              <a:rPr lang="en-US"/>
              <a:t>g(n)=PATH-COST</a:t>
            </a:r>
            <a:endParaRPr/>
          </a:p>
          <a:p>
            <a:pPr indent="-225425" lvl="0" marL="225425" rtl="0" algn="l">
              <a:spcBef>
                <a:spcPts val="480"/>
              </a:spcBef>
              <a:spcAft>
                <a:spcPts val="0"/>
              </a:spcAft>
              <a:buClr>
                <a:srgbClr val="3760AA"/>
              </a:buClr>
              <a:buSzPts val="2400"/>
              <a:buChar char="•"/>
            </a:pPr>
            <a:r>
              <a:rPr lang="en-US"/>
              <a:t>Following the PARENT pointers from a node allows us to recover the states and actions along the path. From a goal node, this gives us the solution</a:t>
            </a:r>
            <a:endParaRPr/>
          </a:p>
        </p:txBody>
      </p:sp>
      <p:sp>
        <p:nvSpPr>
          <p:cNvPr id="108" name="Google Shape;108;p9"/>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09" name="Google Shape;109;p9"/>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0"/>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Search Data Structures</a:t>
            </a:r>
            <a:endParaRPr/>
          </a:p>
        </p:txBody>
      </p:sp>
      <p:sp>
        <p:nvSpPr>
          <p:cNvPr id="115" name="Google Shape;115;p10"/>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p>
            <a:pPr indent="-225425" lvl="0" marL="225425" rtl="0" algn="l">
              <a:spcBef>
                <a:spcPts val="0"/>
              </a:spcBef>
              <a:spcAft>
                <a:spcPts val="0"/>
              </a:spcAft>
              <a:buClr>
                <a:srgbClr val="3760AA"/>
              </a:buClr>
              <a:buSzPts val="2400"/>
              <a:buChar char="•"/>
            </a:pPr>
            <a:r>
              <a:rPr lang="en-US"/>
              <a:t>The frontier stores nodes that have been generated but not yet expanded</a:t>
            </a:r>
            <a:endParaRPr/>
          </a:p>
          <a:p>
            <a:pPr indent="-225425" lvl="0" marL="225425" rtl="0" algn="l">
              <a:spcBef>
                <a:spcPts val="480"/>
              </a:spcBef>
              <a:spcAft>
                <a:spcPts val="0"/>
              </a:spcAft>
              <a:buClr>
                <a:srgbClr val="3760AA"/>
              </a:buClr>
              <a:buSzPts val="2400"/>
              <a:buChar char="•"/>
            </a:pPr>
            <a:r>
              <a:rPr lang="en-US"/>
              <a:t>A queue is used to store the frontier</a:t>
            </a:r>
            <a:endParaRPr/>
          </a:p>
          <a:p>
            <a:pPr indent="-225425" lvl="0" marL="225425" rtl="0" algn="l">
              <a:spcBef>
                <a:spcPts val="480"/>
              </a:spcBef>
              <a:spcAft>
                <a:spcPts val="0"/>
              </a:spcAft>
              <a:buClr>
                <a:srgbClr val="3760AA"/>
              </a:buClr>
              <a:buSzPts val="2400"/>
              <a:buChar char="•"/>
            </a:pPr>
            <a:r>
              <a:rPr lang="en-US"/>
              <a:t>Main operations:</a:t>
            </a:r>
            <a:endParaRPr/>
          </a:p>
          <a:p>
            <a:pPr indent="-231775" lvl="1" marL="688975" rtl="0" algn="l">
              <a:spcBef>
                <a:spcPts val="480"/>
              </a:spcBef>
              <a:spcAft>
                <a:spcPts val="0"/>
              </a:spcAft>
              <a:buSzPts val="2400"/>
              <a:buChar char="⁻"/>
            </a:pPr>
            <a:r>
              <a:rPr lang="en-US"/>
              <a:t>IS-EMPTY(frontier): returns true if there are no nodes in the frontier</a:t>
            </a:r>
            <a:endParaRPr/>
          </a:p>
          <a:p>
            <a:pPr indent="-231775" lvl="1" marL="688975" rtl="0" algn="l">
              <a:spcBef>
                <a:spcPts val="480"/>
              </a:spcBef>
              <a:spcAft>
                <a:spcPts val="0"/>
              </a:spcAft>
              <a:buSzPts val="2400"/>
              <a:buChar char="⁻"/>
            </a:pPr>
            <a:r>
              <a:rPr lang="en-US"/>
              <a:t>POP(frontier): removes and returns the top node</a:t>
            </a:r>
            <a:endParaRPr/>
          </a:p>
          <a:p>
            <a:pPr indent="-231775" lvl="1" marL="688975" rtl="0" algn="l">
              <a:spcBef>
                <a:spcPts val="480"/>
              </a:spcBef>
              <a:spcAft>
                <a:spcPts val="0"/>
              </a:spcAft>
              <a:buSzPts val="2400"/>
              <a:buChar char="⁻"/>
            </a:pPr>
            <a:r>
              <a:rPr lang="en-US"/>
              <a:t>TOP(frontier): returns, but does not remove, the top node</a:t>
            </a:r>
            <a:endParaRPr/>
          </a:p>
          <a:p>
            <a:pPr indent="-231775" lvl="1" marL="688975" rtl="0" algn="l">
              <a:spcBef>
                <a:spcPts val="480"/>
              </a:spcBef>
              <a:spcAft>
                <a:spcPts val="0"/>
              </a:spcAft>
              <a:buSzPts val="2400"/>
              <a:buChar char="⁻"/>
            </a:pPr>
            <a:r>
              <a:rPr lang="en-US"/>
              <a:t>ADD(node, frontier): inserts a node into its proper place in the queue</a:t>
            </a:r>
            <a:endParaRPr/>
          </a:p>
          <a:p>
            <a:pPr indent="0" lvl="0" marL="0" rtl="0" algn="l">
              <a:spcBef>
                <a:spcPts val="480"/>
              </a:spcBef>
              <a:spcAft>
                <a:spcPts val="0"/>
              </a:spcAft>
              <a:buClr>
                <a:srgbClr val="3760AA"/>
              </a:buClr>
              <a:buSzPts val="2400"/>
              <a:buNone/>
            </a:pPr>
            <a:r>
              <a:t/>
            </a:r>
            <a:endParaRPr>
              <a:solidFill>
                <a:srgbClr val="FF0000"/>
              </a:solidFill>
            </a:endParaRPr>
          </a:p>
          <a:p>
            <a:pPr indent="0" lvl="0" marL="0" rtl="0" algn="l">
              <a:spcBef>
                <a:spcPts val="480"/>
              </a:spcBef>
              <a:spcAft>
                <a:spcPts val="0"/>
              </a:spcAft>
              <a:buClr>
                <a:srgbClr val="3760AA"/>
              </a:buClr>
              <a:buSzPts val="2400"/>
              <a:buNone/>
            </a:pPr>
            <a:r>
              <a:t/>
            </a:r>
            <a:endParaRPr>
              <a:solidFill>
                <a:srgbClr val="FF0000"/>
              </a:solidFill>
            </a:endParaRPr>
          </a:p>
          <a:p>
            <a:pPr indent="0" lvl="0" marL="0" rtl="0" algn="ctr">
              <a:spcBef>
                <a:spcPts val="480"/>
              </a:spcBef>
              <a:spcAft>
                <a:spcPts val="0"/>
              </a:spcAft>
              <a:buClr>
                <a:srgbClr val="FF0000"/>
              </a:buClr>
              <a:buSzPts val="2400"/>
              <a:buNone/>
            </a:pPr>
            <a:r>
              <a:rPr b="1" i="1" lang="en-US">
                <a:solidFill>
                  <a:srgbClr val="FF0000"/>
                </a:solidFill>
              </a:rPr>
              <a:t>Key idea:  The way nodes are organized and selected from the frontier determines the search strategy.</a:t>
            </a:r>
            <a:endParaRPr/>
          </a:p>
        </p:txBody>
      </p:sp>
      <p:sp>
        <p:nvSpPr>
          <p:cNvPr id="116" name="Google Shape;116;p10"/>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17" name="Google Shape;117;p10"/>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1"/>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Search Data Structures</a:t>
            </a:r>
            <a:endParaRPr/>
          </a:p>
        </p:txBody>
      </p:sp>
      <p:sp>
        <p:nvSpPr>
          <p:cNvPr id="123" name="Google Shape;123;p11"/>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p>
            <a:pPr indent="-225425" lvl="0" marL="225425" rtl="0" algn="l">
              <a:spcBef>
                <a:spcPts val="0"/>
              </a:spcBef>
              <a:spcAft>
                <a:spcPts val="0"/>
              </a:spcAft>
              <a:buClr>
                <a:srgbClr val="3760AA"/>
              </a:buClr>
              <a:buSzPts val="2400"/>
              <a:buChar char="•"/>
            </a:pPr>
            <a:r>
              <a:rPr lang="en-US"/>
              <a:t>Three kinds of queues are commonly used in search algorithms:</a:t>
            </a:r>
            <a:endParaRPr/>
          </a:p>
          <a:p>
            <a:pPr indent="-231775" lvl="1" marL="688975" rtl="0" algn="l">
              <a:spcBef>
                <a:spcPts val="480"/>
              </a:spcBef>
              <a:spcAft>
                <a:spcPts val="0"/>
              </a:spcAft>
              <a:buSzPts val="2400"/>
              <a:buChar char="⁻"/>
            </a:pPr>
            <a:r>
              <a:rPr lang="en-US"/>
              <a:t>Priority Queue</a:t>
            </a:r>
            <a:endParaRPr/>
          </a:p>
          <a:p>
            <a:pPr indent="-228600" lvl="2" marL="1143000" rtl="0" algn="l">
              <a:spcBef>
                <a:spcPts val="480"/>
              </a:spcBef>
              <a:spcAft>
                <a:spcPts val="0"/>
              </a:spcAft>
              <a:buSzPts val="2400"/>
              <a:buChar char="•"/>
            </a:pPr>
            <a:r>
              <a:rPr lang="en-US"/>
              <a:t>Pops the node with the minimum cost according to an evaluation function f</a:t>
            </a:r>
            <a:endParaRPr/>
          </a:p>
          <a:p>
            <a:pPr indent="-228600" lvl="2" marL="1143000" rtl="0" algn="l">
              <a:spcBef>
                <a:spcPts val="480"/>
              </a:spcBef>
              <a:spcAft>
                <a:spcPts val="0"/>
              </a:spcAft>
              <a:buSzPts val="2400"/>
              <a:buChar char="•"/>
            </a:pPr>
            <a:r>
              <a:rPr lang="en-US"/>
              <a:t>Used in best-first search</a:t>
            </a:r>
            <a:endParaRPr/>
          </a:p>
          <a:p>
            <a:pPr indent="-231775" lvl="1" marL="688975" rtl="0" algn="l">
              <a:spcBef>
                <a:spcPts val="480"/>
              </a:spcBef>
              <a:spcAft>
                <a:spcPts val="0"/>
              </a:spcAft>
              <a:buSzPts val="2400"/>
              <a:buChar char="⁻"/>
            </a:pPr>
            <a:r>
              <a:rPr lang="en-US"/>
              <a:t>FIFO Queue:</a:t>
            </a:r>
            <a:endParaRPr/>
          </a:p>
          <a:p>
            <a:pPr indent="-228600" lvl="2" marL="1143000" rtl="0" algn="l">
              <a:spcBef>
                <a:spcPts val="480"/>
              </a:spcBef>
              <a:spcAft>
                <a:spcPts val="0"/>
              </a:spcAft>
              <a:buSzPts val="2400"/>
              <a:buChar char="•"/>
            </a:pPr>
            <a:r>
              <a:rPr lang="en-US"/>
              <a:t>Pops the node that was added first</a:t>
            </a:r>
            <a:endParaRPr/>
          </a:p>
          <a:p>
            <a:pPr indent="-228600" lvl="2" marL="1143000" rtl="0" algn="l">
              <a:spcBef>
                <a:spcPts val="480"/>
              </a:spcBef>
              <a:spcAft>
                <a:spcPts val="0"/>
              </a:spcAft>
              <a:buSzPts val="2400"/>
              <a:buChar char="•"/>
            </a:pPr>
            <a:r>
              <a:rPr lang="en-US"/>
              <a:t>Used in breadth-first search</a:t>
            </a:r>
            <a:endParaRPr/>
          </a:p>
          <a:p>
            <a:pPr indent="-231775" lvl="1" marL="688975" rtl="0" algn="l">
              <a:spcBef>
                <a:spcPts val="480"/>
              </a:spcBef>
              <a:spcAft>
                <a:spcPts val="0"/>
              </a:spcAft>
              <a:buSzPts val="2400"/>
              <a:buChar char="⁻"/>
            </a:pPr>
            <a:r>
              <a:rPr lang="en-US"/>
              <a:t>LIFO Queue:</a:t>
            </a:r>
            <a:endParaRPr/>
          </a:p>
          <a:p>
            <a:pPr indent="-228600" lvl="2" marL="1143000" rtl="0" algn="l">
              <a:spcBef>
                <a:spcPts val="480"/>
              </a:spcBef>
              <a:spcAft>
                <a:spcPts val="0"/>
              </a:spcAft>
              <a:buSzPts val="2400"/>
              <a:buChar char="•"/>
            </a:pPr>
            <a:r>
              <a:rPr lang="en-US"/>
              <a:t>Pops the most recently added node</a:t>
            </a:r>
            <a:endParaRPr/>
          </a:p>
          <a:p>
            <a:pPr indent="-228600" lvl="2" marL="1143000" rtl="0" algn="l">
              <a:spcBef>
                <a:spcPts val="480"/>
              </a:spcBef>
              <a:spcAft>
                <a:spcPts val="0"/>
              </a:spcAft>
              <a:buSzPts val="2400"/>
              <a:buChar char="•"/>
            </a:pPr>
            <a:r>
              <a:rPr lang="en-US"/>
              <a:t>Used in depth-first search</a:t>
            </a:r>
            <a:endParaRPr/>
          </a:p>
        </p:txBody>
      </p:sp>
      <p:sp>
        <p:nvSpPr>
          <p:cNvPr id="124" name="Google Shape;124;p11"/>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25" name="Google Shape;125;p11"/>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2"/>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Times New Roman"/>
              <a:buNone/>
            </a:pPr>
            <a:r>
              <a:rPr b="0" lang="en-US">
                <a:latin typeface="Times New Roman"/>
                <a:ea typeface="Times New Roman"/>
                <a:cs typeface="Times New Roman"/>
                <a:sym typeface="Times New Roman"/>
              </a:rPr>
              <a:t>State Space Graph  and Search Tree</a:t>
            </a:r>
            <a:endParaRPr/>
          </a:p>
        </p:txBody>
      </p:sp>
      <p:sp>
        <p:nvSpPr>
          <p:cNvPr id="131" name="Google Shape;131;p12"/>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fontScale="85000" lnSpcReduction="20000"/>
          </a:bodyPr>
          <a:lstStyle/>
          <a:p>
            <a:pPr indent="-225425" lvl="0" marL="225425" rtl="0" algn="l">
              <a:spcBef>
                <a:spcPts val="0"/>
              </a:spcBef>
              <a:spcAft>
                <a:spcPts val="0"/>
              </a:spcAft>
              <a:buClr>
                <a:srgbClr val="3760AA"/>
              </a:buClr>
              <a:buSzPct val="100000"/>
              <a:buChar char="•"/>
            </a:pPr>
            <a:r>
              <a:rPr b="0" lang="en-US">
                <a:latin typeface="Times New Roman"/>
                <a:ea typeface="Times New Roman"/>
                <a:cs typeface="Times New Roman"/>
                <a:sym typeface="Times New Roman"/>
              </a:rPr>
              <a:t>State Space Graph: A state space graph shows all possible states of a problem.</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Each node is a state.</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Each edge is an action.</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It shows how states are connected.</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It may have cycles.</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A state appears only once in the graph.</a:t>
            </a:r>
            <a:endParaRPr/>
          </a:p>
          <a:p>
            <a:pPr indent="-225425" lvl="0" marL="225425" rtl="0" algn="l">
              <a:spcBef>
                <a:spcPts val="408"/>
              </a:spcBef>
              <a:spcAft>
                <a:spcPts val="0"/>
              </a:spcAft>
              <a:buClr>
                <a:srgbClr val="3760AA"/>
              </a:buClr>
              <a:buSzPct val="100000"/>
              <a:buChar char="•"/>
            </a:pPr>
            <a:r>
              <a:rPr b="0" lang="en-US">
                <a:latin typeface="Times New Roman"/>
                <a:ea typeface="Times New Roman"/>
                <a:cs typeface="Times New Roman"/>
                <a:sym typeface="Times New Roman"/>
              </a:rPr>
              <a:t>Search Tree: A search tree is created by a search algorithm.</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The root is the initial state.</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Children are states generated from actions.</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It is always a tree (no cycles).</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The same state may appear many times.</a:t>
            </a:r>
            <a:endParaRPr/>
          </a:p>
          <a:p>
            <a:pPr indent="-231775" lvl="1" marL="688975" rtl="0" algn="l">
              <a:spcBef>
                <a:spcPts val="408"/>
              </a:spcBef>
              <a:spcAft>
                <a:spcPts val="0"/>
              </a:spcAft>
              <a:buSzPct val="100000"/>
              <a:buChar char="⁻"/>
            </a:pPr>
            <a:r>
              <a:rPr lang="en-US">
                <a:latin typeface="Times New Roman"/>
                <a:ea typeface="Times New Roman"/>
                <a:cs typeface="Times New Roman"/>
                <a:sym typeface="Times New Roman"/>
              </a:rPr>
              <a:t>Each node stores extra information:</a:t>
            </a:r>
            <a:endParaRPr/>
          </a:p>
          <a:p>
            <a:pPr indent="-285750" lvl="2" marL="1196975" rtl="0" algn="l">
              <a:spcBef>
                <a:spcPts val="408"/>
              </a:spcBef>
              <a:spcAft>
                <a:spcPts val="0"/>
              </a:spcAft>
              <a:buSzPct val="100000"/>
              <a:buChar char="•"/>
            </a:pPr>
            <a:r>
              <a:rPr lang="en-US">
                <a:latin typeface="Times New Roman"/>
                <a:ea typeface="Times New Roman"/>
                <a:cs typeface="Times New Roman"/>
                <a:sym typeface="Times New Roman"/>
              </a:rPr>
              <a:t>state</a:t>
            </a:r>
            <a:endParaRPr/>
          </a:p>
          <a:p>
            <a:pPr indent="-285750" lvl="2" marL="1196975" rtl="0" algn="l">
              <a:spcBef>
                <a:spcPts val="408"/>
              </a:spcBef>
              <a:spcAft>
                <a:spcPts val="0"/>
              </a:spcAft>
              <a:buSzPct val="100000"/>
              <a:buChar char="•"/>
            </a:pPr>
            <a:r>
              <a:rPr lang="en-US">
                <a:latin typeface="Times New Roman"/>
                <a:ea typeface="Times New Roman"/>
                <a:cs typeface="Times New Roman"/>
                <a:sym typeface="Times New Roman"/>
              </a:rPr>
              <a:t>parent</a:t>
            </a:r>
            <a:endParaRPr/>
          </a:p>
          <a:p>
            <a:pPr indent="-285750" lvl="2" marL="1196975" rtl="0" algn="l">
              <a:spcBef>
                <a:spcPts val="408"/>
              </a:spcBef>
              <a:spcAft>
                <a:spcPts val="0"/>
              </a:spcAft>
              <a:buSzPct val="100000"/>
              <a:buChar char="•"/>
            </a:pPr>
            <a:r>
              <a:rPr lang="en-US">
                <a:latin typeface="Times New Roman"/>
                <a:ea typeface="Times New Roman"/>
                <a:cs typeface="Times New Roman"/>
                <a:sym typeface="Times New Roman"/>
              </a:rPr>
              <a:t>action</a:t>
            </a:r>
            <a:endParaRPr/>
          </a:p>
          <a:p>
            <a:pPr indent="-285750" lvl="2" marL="1196975" rtl="0" algn="l">
              <a:spcBef>
                <a:spcPts val="408"/>
              </a:spcBef>
              <a:spcAft>
                <a:spcPts val="0"/>
              </a:spcAft>
              <a:buSzPct val="100000"/>
              <a:buChar char="•"/>
            </a:pPr>
            <a:r>
              <a:rPr lang="en-US">
                <a:latin typeface="Times New Roman"/>
                <a:ea typeface="Times New Roman"/>
                <a:cs typeface="Times New Roman"/>
                <a:sym typeface="Times New Roman"/>
              </a:rPr>
              <a:t>path cost</a:t>
            </a:r>
            <a:endParaRPr/>
          </a:p>
          <a:p>
            <a:pPr indent="-279400" lvl="0" marL="279400" rtl="0" algn="l">
              <a:spcBef>
                <a:spcPts val="408"/>
              </a:spcBef>
              <a:spcAft>
                <a:spcPts val="0"/>
              </a:spcAft>
              <a:buClr>
                <a:srgbClr val="3760AA"/>
              </a:buClr>
              <a:buSzPct val="100000"/>
              <a:buChar char="•"/>
            </a:pPr>
            <a:r>
              <a:rPr b="0" lang="en-US">
                <a:latin typeface="Times New Roman"/>
                <a:ea typeface="Times New Roman"/>
                <a:cs typeface="Times New Roman"/>
                <a:sym typeface="Times New Roman"/>
              </a:rPr>
              <a:t>Important: </a:t>
            </a:r>
            <a:endParaRPr/>
          </a:p>
          <a:p>
            <a:pPr indent="-285750" lvl="1" marL="742950" rtl="0" algn="l">
              <a:spcBef>
                <a:spcPts val="408"/>
              </a:spcBef>
              <a:spcAft>
                <a:spcPts val="0"/>
              </a:spcAft>
              <a:buSzPct val="100000"/>
              <a:buChar char="⁻"/>
            </a:pPr>
            <a:r>
              <a:rPr lang="en-US">
                <a:latin typeface="Times New Roman"/>
                <a:ea typeface="Times New Roman"/>
                <a:cs typeface="Times New Roman"/>
                <a:sym typeface="Times New Roman"/>
              </a:rPr>
              <a:t>A search node is NOT the same as a state </a:t>
            </a:r>
            <a:endParaRPr/>
          </a:p>
          <a:p>
            <a:pPr indent="-285750" lvl="1" marL="742950" rtl="0" algn="l">
              <a:spcBef>
                <a:spcPts val="408"/>
              </a:spcBef>
              <a:spcAft>
                <a:spcPts val="0"/>
              </a:spcAft>
              <a:buSzPct val="100000"/>
              <a:buChar char="⁻"/>
            </a:pPr>
            <a:r>
              <a:rPr lang="en-US">
                <a:latin typeface="Times New Roman"/>
                <a:ea typeface="Times New Roman"/>
                <a:cs typeface="Times New Roman"/>
                <a:sym typeface="Times New Roman"/>
              </a:rPr>
              <a:t>A node contains a state plus extra information.</a:t>
            </a:r>
            <a:endParaRPr/>
          </a:p>
        </p:txBody>
      </p:sp>
      <p:sp>
        <p:nvSpPr>
          <p:cNvPr id="132" name="Google Shape;132;p12"/>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33" name="Google Shape;133;p12"/>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3"/>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Tree-search and Graph Search</a:t>
            </a:r>
            <a:endParaRPr/>
          </a:p>
        </p:txBody>
      </p:sp>
      <p:sp>
        <p:nvSpPr>
          <p:cNvPr id="139" name="Google Shape;139;p13"/>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40" name="Google Shape;140;p13"/>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1" name="Google Shape;141;p13"/>
          <p:cNvPicPr preferRelativeResize="0"/>
          <p:nvPr/>
        </p:nvPicPr>
        <p:blipFill rotWithShape="1">
          <a:blip r:embed="rId3">
            <a:alphaModFix/>
          </a:blip>
          <a:srcRect b="0" l="0" r="0" t="0"/>
          <a:stretch/>
        </p:blipFill>
        <p:spPr>
          <a:xfrm>
            <a:off x="669724" y="649883"/>
            <a:ext cx="10281171" cy="5786831"/>
          </a:xfrm>
          <a:prstGeom prst="rect">
            <a:avLst/>
          </a:prstGeom>
          <a:noFill/>
          <a:ln>
            <a:noFill/>
          </a:ln>
        </p:spPr>
      </p:pic>
      <p:sp>
        <p:nvSpPr>
          <p:cNvPr id="142" name="Google Shape;142;p13"/>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p>
            <a:pPr indent="-73025" lvl="0" marL="225425" rtl="0" algn="l">
              <a:spcBef>
                <a:spcPts val="0"/>
              </a:spcBef>
              <a:spcAft>
                <a:spcPts val="0"/>
              </a:spcAft>
              <a:buClr>
                <a:srgbClr val="3760AA"/>
              </a:buClr>
              <a:buSzPts val="24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4"/>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Search Trees</a:t>
            </a:r>
            <a:endParaRPr/>
          </a:p>
        </p:txBody>
      </p:sp>
      <p:sp>
        <p:nvSpPr>
          <p:cNvPr id="150" name="Google Shape;150;p14"/>
          <p:cNvSpPr txBox="1"/>
          <p:nvPr>
            <p:ph idx="1" type="body"/>
          </p:nvPr>
        </p:nvSpPr>
        <p:spPr>
          <a:xfrm>
            <a:off x="837990" y="914400"/>
            <a:ext cx="10793932" cy="49247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953734"/>
              </a:buClr>
              <a:buSzPts val="2400"/>
              <a:buNone/>
            </a:pPr>
            <a:r>
              <a:rPr b="1" lang="en-US">
                <a:solidFill>
                  <a:srgbClr val="953734"/>
                </a:solidFill>
              </a:rPr>
              <a:t>State Space Graphs vs. Search Trees</a:t>
            </a:r>
            <a:endParaRPr/>
          </a:p>
        </p:txBody>
      </p:sp>
      <p:sp>
        <p:nvSpPr>
          <p:cNvPr id="151" name="Google Shape;151;p14"/>
          <p:cNvSpPr txBox="1"/>
          <p:nvPr/>
        </p:nvSpPr>
        <p:spPr>
          <a:xfrm>
            <a:off x="8965863" y="3051955"/>
            <a:ext cx="825285" cy="3231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chemeClr val="dk1"/>
                </a:solidFill>
                <a:latin typeface="Calibri"/>
                <a:ea typeface="Calibri"/>
                <a:cs typeface="Calibri"/>
                <a:sym typeface="Calibri"/>
              </a:rPr>
              <a:t>S</a:t>
            </a:r>
            <a:endParaRPr/>
          </a:p>
        </p:txBody>
      </p:sp>
      <p:sp>
        <p:nvSpPr>
          <p:cNvPr id="152" name="Google Shape;152;p14"/>
          <p:cNvSpPr txBox="1"/>
          <p:nvPr/>
        </p:nvSpPr>
        <p:spPr>
          <a:xfrm>
            <a:off x="6743941" y="4335418"/>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a</a:t>
            </a:r>
            <a:endParaRPr/>
          </a:p>
        </p:txBody>
      </p:sp>
      <p:sp>
        <p:nvSpPr>
          <p:cNvPr id="153" name="Google Shape;153;p14"/>
          <p:cNvSpPr txBox="1"/>
          <p:nvPr/>
        </p:nvSpPr>
        <p:spPr>
          <a:xfrm>
            <a:off x="6743941" y="3909317"/>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b</a:t>
            </a:r>
            <a:endParaRPr/>
          </a:p>
        </p:txBody>
      </p:sp>
      <p:sp>
        <p:nvSpPr>
          <p:cNvPr id="154" name="Google Shape;154;p14"/>
          <p:cNvSpPr txBox="1"/>
          <p:nvPr/>
        </p:nvSpPr>
        <p:spPr>
          <a:xfrm>
            <a:off x="7188326" y="3526492"/>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d</a:t>
            </a:r>
            <a:endParaRPr/>
          </a:p>
        </p:txBody>
      </p:sp>
      <p:sp>
        <p:nvSpPr>
          <p:cNvPr id="155" name="Google Shape;155;p14"/>
          <p:cNvSpPr txBox="1"/>
          <p:nvPr/>
        </p:nvSpPr>
        <p:spPr>
          <a:xfrm>
            <a:off x="10997334" y="3473229"/>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p</a:t>
            </a:r>
            <a:endParaRPr/>
          </a:p>
        </p:txBody>
      </p:sp>
      <p:sp>
        <p:nvSpPr>
          <p:cNvPr id="156" name="Google Shape;156;p14"/>
          <p:cNvSpPr txBox="1"/>
          <p:nvPr/>
        </p:nvSpPr>
        <p:spPr>
          <a:xfrm>
            <a:off x="7315293" y="4335418"/>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a</a:t>
            </a:r>
            <a:endParaRPr/>
          </a:p>
        </p:txBody>
      </p:sp>
      <p:sp>
        <p:nvSpPr>
          <p:cNvPr id="157" name="Google Shape;157;p14"/>
          <p:cNvSpPr txBox="1"/>
          <p:nvPr/>
        </p:nvSpPr>
        <p:spPr>
          <a:xfrm>
            <a:off x="7315293" y="3909317"/>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c</a:t>
            </a:r>
            <a:endParaRPr/>
          </a:p>
        </p:txBody>
      </p:sp>
      <p:cxnSp>
        <p:nvCxnSpPr>
          <p:cNvPr id="158" name="Google Shape;158;p14"/>
          <p:cNvCxnSpPr>
            <a:stCxn id="154" idx="2"/>
            <a:endCxn id="153" idx="0"/>
          </p:cNvCxnSpPr>
          <p:nvPr/>
        </p:nvCxnSpPr>
        <p:spPr>
          <a:xfrm flipH="1">
            <a:off x="6902735" y="3864932"/>
            <a:ext cx="444300" cy="44400"/>
          </a:xfrm>
          <a:prstGeom prst="straightConnector1">
            <a:avLst/>
          </a:prstGeom>
          <a:noFill/>
          <a:ln cap="flat" cmpd="sng" w="28575">
            <a:solidFill>
              <a:schemeClr val="dk1"/>
            </a:solidFill>
            <a:prstDash val="solid"/>
            <a:round/>
            <a:headEnd len="med" w="med" type="none"/>
            <a:tailEnd len="med" w="med" type="none"/>
          </a:ln>
        </p:spPr>
      </p:cxnSp>
      <p:cxnSp>
        <p:nvCxnSpPr>
          <p:cNvPr id="159" name="Google Shape;159;p14"/>
          <p:cNvCxnSpPr>
            <a:stCxn id="154" idx="2"/>
            <a:endCxn id="157" idx="0"/>
          </p:cNvCxnSpPr>
          <p:nvPr/>
        </p:nvCxnSpPr>
        <p:spPr>
          <a:xfrm>
            <a:off x="7347035" y="3864932"/>
            <a:ext cx="126900" cy="44400"/>
          </a:xfrm>
          <a:prstGeom prst="straightConnector1">
            <a:avLst/>
          </a:prstGeom>
          <a:noFill/>
          <a:ln cap="flat" cmpd="sng" w="28575">
            <a:solidFill>
              <a:schemeClr val="dk1"/>
            </a:solidFill>
            <a:prstDash val="solid"/>
            <a:round/>
            <a:headEnd len="med" w="med" type="none"/>
            <a:tailEnd len="med" w="med" type="none"/>
          </a:ln>
        </p:spPr>
      </p:cxnSp>
      <p:cxnSp>
        <p:nvCxnSpPr>
          <p:cNvPr id="160" name="Google Shape;160;p14"/>
          <p:cNvCxnSpPr>
            <a:stCxn id="153" idx="2"/>
            <a:endCxn id="152" idx="0"/>
          </p:cNvCxnSpPr>
          <p:nvPr/>
        </p:nvCxnSpPr>
        <p:spPr>
          <a:xfrm>
            <a:off x="6902649" y="4247757"/>
            <a:ext cx="0" cy="87600"/>
          </a:xfrm>
          <a:prstGeom prst="straightConnector1">
            <a:avLst/>
          </a:prstGeom>
          <a:noFill/>
          <a:ln cap="flat" cmpd="sng" w="28575">
            <a:solidFill>
              <a:schemeClr val="dk1"/>
            </a:solidFill>
            <a:prstDash val="solid"/>
            <a:round/>
            <a:headEnd len="med" w="med" type="none"/>
            <a:tailEnd len="med" w="med" type="none"/>
          </a:ln>
        </p:spPr>
      </p:cxnSp>
      <p:cxnSp>
        <p:nvCxnSpPr>
          <p:cNvPr id="161" name="Google Shape;161;p14"/>
          <p:cNvCxnSpPr>
            <a:stCxn id="157" idx="2"/>
            <a:endCxn id="156" idx="0"/>
          </p:cNvCxnSpPr>
          <p:nvPr/>
        </p:nvCxnSpPr>
        <p:spPr>
          <a:xfrm>
            <a:off x="7474002" y="4247757"/>
            <a:ext cx="0" cy="87600"/>
          </a:xfrm>
          <a:prstGeom prst="straightConnector1">
            <a:avLst/>
          </a:prstGeom>
          <a:noFill/>
          <a:ln cap="flat" cmpd="sng" w="28575">
            <a:solidFill>
              <a:schemeClr val="dk1"/>
            </a:solidFill>
            <a:prstDash val="solid"/>
            <a:round/>
            <a:headEnd len="med" w="med" type="none"/>
            <a:tailEnd len="med" w="med" type="none"/>
          </a:ln>
        </p:spPr>
      </p:cxnSp>
      <p:sp>
        <p:nvSpPr>
          <p:cNvPr id="162" name="Google Shape;162;p14"/>
          <p:cNvSpPr txBox="1"/>
          <p:nvPr/>
        </p:nvSpPr>
        <p:spPr>
          <a:xfrm>
            <a:off x="9486427" y="3473229"/>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e</a:t>
            </a:r>
            <a:endParaRPr/>
          </a:p>
        </p:txBody>
      </p:sp>
      <p:sp>
        <p:nvSpPr>
          <p:cNvPr id="163" name="Google Shape;163;p14"/>
          <p:cNvSpPr txBox="1"/>
          <p:nvPr/>
        </p:nvSpPr>
        <p:spPr>
          <a:xfrm>
            <a:off x="9029346" y="4325432"/>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p</a:t>
            </a:r>
            <a:endParaRPr/>
          </a:p>
        </p:txBody>
      </p:sp>
      <p:sp>
        <p:nvSpPr>
          <p:cNvPr id="164" name="Google Shape;164;p14"/>
          <p:cNvSpPr txBox="1"/>
          <p:nvPr/>
        </p:nvSpPr>
        <p:spPr>
          <a:xfrm>
            <a:off x="9219797" y="3899330"/>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h</a:t>
            </a:r>
            <a:endParaRPr/>
          </a:p>
        </p:txBody>
      </p:sp>
      <p:sp>
        <p:nvSpPr>
          <p:cNvPr id="165" name="Google Shape;165;p14"/>
          <p:cNvSpPr txBox="1"/>
          <p:nvPr/>
        </p:nvSpPr>
        <p:spPr>
          <a:xfrm>
            <a:off x="9791148" y="4325432"/>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f</a:t>
            </a:r>
            <a:endParaRPr/>
          </a:p>
        </p:txBody>
      </p:sp>
      <p:sp>
        <p:nvSpPr>
          <p:cNvPr id="166" name="Google Shape;166;p14"/>
          <p:cNvSpPr txBox="1"/>
          <p:nvPr/>
        </p:nvSpPr>
        <p:spPr>
          <a:xfrm>
            <a:off x="9791148" y="3899330"/>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r</a:t>
            </a:r>
            <a:endParaRPr/>
          </a:p>
        </p:txBody>
      </p:sp>
      <p:sp>
        <p:nvSpPr>
          <p:cNvPr id="167" name="Google Shape;167;p14"/>
          <p:cNvSpPr txBox="1"/>
          <p:nvPr/>
        </p:nvSpPr>
        <p:spPr>
          <a:xfrm>
            <a:off x="9410247" y="4325432"/>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q</a:t>
            </a:r>
            <a:endParaRPr/>
          </a:p>
        </p:txBody>
      </p:sp>
      <p:sp>
        <p:nvSpPr>
          <p:cNvPr id="168" name="Google Shape;168;p14"/>
          <p:cNvSpPr txBox="1"/>
          <p:nvPr/>
        </p:nvSpPr>
        <p:spPr>
          <a:xfrm>
            <a:off x="9029346" y="4708257"/>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q</a:t>
            </a:r>
            <a:endParaRPr/>
          </a:p>
        </p:txBody>
      </p:sp>
      <p:sp>
        <p:nvSpPr>
          <p:cNvPr id="169" name="Google Shape;169;p14"/>
          <p:cNvSpPr txBox="1"/>
          <p:nvPr/>
        </p:nvSpPr>
        <p:spPr>
          <a:xfrm>
            <a:off x="9600697" y="4708257"/>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c</a:t>
            </a:r>
            <a:endParaRPr/>
          </a:p>
        </p:txBody>
      </p:sp>
      <p:sp>
        <p:nvSpPr>
          <p:cNvPr id="170" name="Google Shape;170;p14"/>
          <p:cNvSpPr txBox="1"/>
          <p:nvPr/>
        </p:nvSpPr>
        <p:spPr>
          <a:xfrm>
            <a:off x="9854629" y="4751535"/>
            <a:ext cx="634835" cy="3231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chemeClr val="dk1"/>
                </a:solidFill>
                <a:latin typeface="Calibri"/>
                <a:ea typeface="Calibri"/>
                <a:cs typeface="Calibri"/>
                <a:sym typeface="Calibri"/>
              </a:rPr>
              <a:t>G</a:t>
            </a:r>
            <a:endParaRPr/>
          </a:p>
        </p:txBody>
      </p:sp>
      <p:sp>
        <p:nvSpPr>
          <p:cNvPr id="171" name="Google Shape;171;p14"/>
          <p:cNvSpPr txBox="1"/>
          <p:nvPr/>
        </p:nvSpPr>
        <p:spPr>
          <a:xfrm>
            <a:off x="9600697" y="5081096"/>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a</a:t>
            </a:r>
            <a:endParaRPr/>
          </a:p>
        </p:txBody>
      </p:sp>
      <p:cxnSp>
        <p:nvCxnSpPr>
          <p:cNvPr id="172" name="Google Shape;172;p14"/>
          <p:cNvCxnSpPr>
            <a:stCxn id="162" idx="2"/>
            <a:endCxn id="164" idx="0"/>
          </p:cNvCxnSpPr>
          <p:nvPr/>
        </p:nvCxnSpPr>
        <p:spPr>
          <a:xfrm flipH="1">
            <a:off x="9378436" y="3811669"/>
            <a:ext cx="266700" cy="87600"/>
          </a:xfrm>
          <a:prstGeom prst="straightConnector1">
            <a:avLst/>
          </a:prstGeom>
          <a:noFill/>
          <a:ln cap="flat" cmpd="sng" w="28575">
            <a:solidFill>
              <a:schemeClr val="dk1"/>
            </a:solidFill>
            <a:prstDash val="solid"/>
            <a:round/>
            <a:headEnd len="med" w="med" type="none"/>
            <a:tailEnd len="med" w="med" type="none"/>
          </a:ln>
        </p:spPr>
      </p:cxnSp>
      <p:cxnSp>
        <p:nvCxnSpPr>
          <p:cNvPr id="173" name="Google Shape;173;p14"/>
          <p:cNvCxnSpPr>
            <a:stCxn id="162" idx="2"/>
            <a:endCxn id="166" idx="0"/>
          </p:cNvCxnSpPr>
          <p:nvPr/>
        </p:nvCxnSpPr>
        <p:spPr>
          <a:xfrm>
            <a:off x="9645136" y="3811669"/>
            <a:ext cx="304800" cy="87600"/>
          </a:xfrm>
          <a:prstGeom prst="straightConnector1">
            <a:avLst/>
          </a:prstGeom>
          <a:noFill/>
          <a:ln cap="flat" cmpd="sng" w="28575">
            <a:solidFill>
              <a:schemeClr val="dk1"/>
            </a:solidFill>
            <a:prstDash val="solid"/>
            <a:round/>
            <a:headEnd len="med" w="med" type="none"/>
            <a:tailEnd len="med" w="med" type="none"/>
          </a:ln>
        </p:spPr>
      </p:cxnSp>
      <p:cxnSp>
        <p:nvCxnSpPr>
          <p:cNvPr id="174" name="Google Shape;174;p14"/>
          <p:cNvCxnSpPr>
            <a:stCxn id="164" idx="2"/>
            <a:endCxn id="163" idx="0"/>
          </p:cNvCxnSpPr>
          <p:nvPr/>
        </p:nvCxnSpPr>
        <p:spPr>
          <a:xfrm flipH="1">
            <a:off x="9188006" y="4237770"/>
            <a:ext cx="190500" cy="87600"/>
          </a:xfrm>
          <a:prstGeom prst="straightConnector1">
            <a:avLst/>
          </a:prstGeom>
          <a:noFill/>
          <a:ln cap="flat" cmpd="sng" w="28575">
            <a:solidFill>
              <a:schemeClr val="dk1"/>
            </a:solidFill>
            <a:prstDash val="solid"/>
            <a:round/>
            <a:headEnd len="med" w="med" type="none"/>
            <a:tailEnd len="med" w="med" type="none"/>
          </a:ln>
        </p:spPr>
      </p:cxnSp>
      <p:cxnSp>
        <p:nvCxnSpPr>
          <p:cNvPr id="175" name="Google Shape;175;p14"/>
          <p:cNvCxnSpPr>
            <a:stCxn id="164" idx="2"/>
            <a:endCxn id="167" idx="0"/>
          </p:cNvCxnSpPr>
          <p:nvPr/>
        </p:nvCxnSpPr>
        <p:spPr>
          <a:xfrm>
            <a:off x="9378506" y="4237770"/>
            <a:ext cx="190500" cy="87600"/>
          </a:xfrm>
          <a:prstGeom prst="straightConnector1">
            <a:avLst/>
          </a:prstGeom>
          <a:noFill/>
          <a:ln cap="flat" cmpd="sng" w="28575">
            <a:solidFill>
              <a:schemeClr val="dk1"/>
            </a:solidFill>
            <a:prstDash val="solid"/>
            <a:round/>
            <a:headEnd len="med" w="med" type="none"/>
            <a:tailEnd len="med" w="med" type="none"/>
          </a:ln>
        </p:spPr>
      </p:cxnSp>
      <p:cxnSp>
        <p:nvCxnSpPr>
          <p:cNvPr id="176" name="Google Shape;176;p14"/>
          <p:cNvCxnSpPr>
            <a:stCxn id="166" idx="2"/>
            <a:endCxn id="165" idx="0"/>
          </p:cNvCxnSpPr>
          <p:nvPr/>
        </p:nvCxnSpPr>
        <p:spPr>
          <a:xfrm>
            <a:off x="9949857" y="4237770"/>
            <a:ext cx="0" cy="87600"/>
          </a:xfrm>
          <a:prstGeom prst="straightConnector1">
            <a:avLst/>
          </a:prstGeom>
          <a:noFill/>
          <a:ln cap="flat" cmpd="sng" w="28575">
            <a:solidFill>
              <a:schemeClr val="dk1"/>
            </a:solidFill>
            <a:prstDash val="solid"/>
            <a:round/>
            <a:headEnd len="med" w="med" type="none"/>
            <a:tailEnd len="med" w="med" type="none"/>
          </a:ln>
        </p:spPr>
      </p:cxnSp>
      <p:cxnSp>
        <p:nvCxnSpPr>
          <p:cNvPr id="177" name="Google Shape;177;p14"/>
          <p:cNvCxnSpPr>
            <a:stCxn id="163" idx="2"/>
            <a:endCxn id="168" idx="0"/>
          </p:cNvCxnSpPr>
          <p:nvPr/>
        </p:nvCxnSpPr>
        <p:spPr>
          <a:xfrm>
            <a:off x="9188055" y="4663872"/>
            <a:ext cx="0" cy="44400"/>
          </a:xfrm>
          <a:prstGeom prst="straightConnector1">
            <a:avLst/>
          </a:prstGeom>
          <a:noFill/>
          <a:ln cap="flat" cmpd="sng" w="28575">
            <a:solidFill>
              <a:schemeClr val="dk1"/>
            </a:solidFill>
            <a:prstDash val="solid"/>
            <a:round/>
            <a:headEnd len="med" w="med" type="none"/>
            <a:tailEnd len="med" w="med" type="none"/>
          </a:ln>
        </p:spPr>
      </p:cxnSp>
      <p:cxnSp>
        <p:nvCxnSpPr>
          <p:cNvPr id="178" name="Google Shape;178;p14"/>
          <p:cNvCxnSpPr>
            <a:stCxn id="165" idx="2"/>
            <a:endCxn id="169" idx="0"/>
          </p:cNvCxnSpPr>
          <p:nvPr/>
        </p:nvCxnSpPr>
        <p:spPr>
          <a:xfrm flipH="1">
            <a:off x="9759357" y="4663872"/>
            <a:ext cx="190500" cy="44400"/>
          </a:xfrm>
          <a:prstGeom prst="straightConnector1">
            <a:avLst/>
          </a:prstGeom>
          <a:noFill/>
          <a:ln cap="flat" cmpd="sng" w="28575">
            <a:solidFill>
              <a:schemeClr val="dk1"/>
            </a:solidFill>
            <a:prstDash val="solid"/>
            <a:round/>
            <a:headEnd len="med" w="med" type="none"/>
            <a:tailEnd len="med" w="med" type="none"/>
          </a:ln>
        </p:spPr>
      </p:cxnSp>
      <p:cxnSp>
        <p:nvCxnSpPr>
          <p:cNvPr id="179" name="Google Shape;179;p14"/>
          <p:cNvCxnSpPr>
            <a:stCxn id="165" idx="2"/>
            <a:endCxn id="170" idx="0"/>
          </p:cNvCxnSpPr>
          <p:nvPr/>
        </p:nvCxnSpPr>
        <p:spPr>
          <a:xfrm>
            <a:off x="9949857" y="4663872"/>
            <a:ext cx="222300" cy="87600"/>
          </a:xfrm>
          <a:prstGeom prst="straightConnector1">
            <a:avLst/>
          </a:prstGeom>
          <a:noFill/>
          <a:ln cap="flat" cmpd="sng" w="28575">
            <a:solidFill>
              <a:schemeClr val="dk1"/>
            </a:solidFill>
            <a:prstDash val="solid"/>
            <a:round/>
            <a:headEnd len="med" w="med" type="none"/>
            <a:tailEnd len="med" w="med" type="none"/>
          </a:ln>
        </p:spPr>
      </p:cxnSp>
      <p:cxnSp>
        <p:nvCxnSpPr>
          <p:cNvPr id="180" name="Google Shape;180;p14"/>
          <p:cNvCxnSpPr>
            <a:stCxn id="169" idx="2"/>
            <a:endCxn id="171" idx="0"/>
          </p:cNvCxnSpPr>
          <p:nvPr/>
        </p:nvCxnSpPr>
        <p:spPr>
          <a:xfrm>
            <a:off x="9759406" y="5046697"/>
            <a:ext cx="0" cy="34500"/>
          </a:xfrm>
          <a:prstGeom prst="straightConnector1">
            <a:avLst/>
          </a:prstGeom>
          <a:noFill/>
          <a:ln cap="flat" cmpd="sng" w="28575">
            <a:solidFill>
              <a:schemeClr val="dk1"/>
            </a:solidFill>
            <a:prstDash val="solid"/>
            <a:round/>
            <a:headEnd len="med" w="med" type="none"/>
            <a:tailEnd len="med" w="med" type="none"/>
          </a:ln>
        </p:spPr>
      </p:cxnSp>
      <p:sp>
        <p:nvSpPr>
          <p:cNvPr id="181" name="Google Shape;181;p14"/>
          <p:cNvSpPr txBox="1"/>
          <p:nvPr/>
        </p:nvSpPr>
        <p:spPr>
          <a:xfrm>
            <a:off x="10997334" y="3866041"/>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q</a:t>
            </a:r>
            <a:endParaRPr/>
          </a:p>
        </p:txBody>
      </p:sp>
      <p:cxnSp>
        <p:nvCxnSpPr>
          <p:cNvPr id="182" name="Google Shape;182;p14"/>
          <p:cNvCxnSpPr>
            <a:stCxn id="155" idx="2"/>
            <a:endCxn id="181" idx="0"/>
          </p:cNvCxnSpPr>
          <p:nvPr/>
        </p:nvCxnSpPr>
        <p:spPr>
          <a:xfrm>
            <a:off x="11156043" y="3811669"/>
            <a:ext cx="0" cy="54300"/>
          </a:xfrm>
          <a:prstGeom prst="straightConnector1">
            <a:avLst/>
          </a:prstGeom>
          <a:noFill/>
          <a:ln cap="flat" cmpd="sng" w="28575">
            <a:solidFill>
              <a:schemeClr val="dk1"/>
            </a:solidFill>
            <a:prstDash val="solid"/>
            <a:round/>
            <a:headEnd len="med" w="med" type="none"/>
            <a:tailEnd len="med" w="med" type="none"/>
          </a:ln>
        </p:spPr>
      </p:cxnSp>
      <p:sp>
        <p:nvSpPr>
          <p:cNvPr id="183" name="Google Shape;183;p14"/>
          <p:cNvSpPr txBox="1"/>
          <p:nvPr/>
        </p:nvSpPr>
        <p:spPr>
          <a:xfrm>
            <a:off x="8013611" y="3899330"/>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e</a:t>
            </a:r>
            <a:endParaRPr/>
          </a:p>
        </p:txBody>
      </p:sp>
      <p:sp>
        <p:nvSpPr>
          <p:cNvPr id="184" name="Google Shape;184;p14"/>
          <p:cNvSpPr txBox="1"/>
          <p:nvPr/>
        </p:nvSpPr>
        <p:spPr>
          <a:xfrm>
            <a:off x="7505743" y="4751533"/>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p</a:t>
            </a:r>
            <a:endParaRPr/>
          </a:p>
        </p:txBody>
      </p:sp>
      <p:sp>
        <p:nvSpPr>
          <p:cNvPr id="185" name="Google Shape;185;p14"/>
          <p:cNvSpPr txBox="1"/>
          <p:nvPr/>
        </p:nvSpPr>
        <p:spPr>
          <a:xfrm>
            <a:off x="7696193" y="4325432"/>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h</a:t>
            </a:r>
            <a:endParaRPr/>
          </a:p>
        </p:txBody>
      </p:sp>
      <p:sp>
        <p:nvSpPr>
          <p:cNvPr id="186" name="Google Shape;186;p14"/>
          <p:cNvSpPr txBox="1"/>
          <p:nvPr/>
        </p:nvSpPr>
        <p:spPr>
          <a:xfrm>
            <a:off x="8267545" y="4751533"/>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f</a:t>
            </a:r>
            <a:endParaRPr/>
          </a:p>
        </p:txBody>
      </p:sp>
      <p:sp>
        <p:nvSpPr>
          <p:cNvPr id="187" name="Google Shape;187;p14"/>
          <p:cNvSpPr txBox="1"/>
          <p:nvPr/>
        </p:nvSpPr>
        <p:spPr>
          <a:xfrm>
            <a:off x="8267545" y="4325432"/>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r</a:t>
            </a:r>
            <a:endParaRPr/>
          </a:p>
        </p:txBody>
      </p:sp>
      <p:sp>
        <p:nvSpPr>
          <p:cNvPr id="188" name="Google Shape;188;p14"/>
          <p:cNvSpPr txBox="1"/>
          <p:nvPr/>
        </p:nvSpPr>
        <p:spPr>
          <a:xfrm>
            <a:off x="7886644" y="4751533"/>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q</a:t>
            </a:r>
            <a:endParaRPr/>
          </a:p>
        </p:txBody>
      </p:sp>
      <p:sp>
        <p:nvSpPr>
          <p:cNvPr id="189" name="Google Shape;189;p14"/>
          <p:cNvSpPr txBox="1"/>
          <p:nvPr/>
        </p:nvSpPr>
        <p:spPr>
          <a:xfrm>
            <a:off x="7505743" y="5134358"/>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q</a:t>
            </a:r>
            <a:endParaRPr/>
          </a:p>
        </p:txBody>
      </p:sp>
      <p:sp>
        <p:nvSpPr>
          <p:cNvPr id="190" name="Google Shape;190;p14"/>
          <p:cNvSpPr txBox="1"/>
          <p:nvPr/>
        </p:nvSpPr>
        <p:spPr>
          <a:xfrm>
            <a:off x="8077094" y="5134358"/>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c</a:t>
            </a:r>
            <a:endParaRPr/>
          </a:p>
        </p:txBody>
      </p:sp>
      <p:sp>
        <p:nvSpPr>
          <p:cNvPr id="191" name="Google Shape;191;p14"/>
          <p:cNvSpPr txBox="1"/>
          <p:nvPr/>
        </p:nvSpPr>
        <p:spPr>
          <a:xfrm>
            <a:off x="8331026" y="5177634"/>
            <a:ext cx="634835"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CC0000"/>
                </a:solidFill>
                <a:latin typeface="Calibri"/>
                <a:ea typeface="Calibri"/>
                <a:cs typeface="Calibri"/>
                <a:sym typeface="Calibri"/>
              </a:rPr>
              <a:t>G</a:t>
            </a:r>
            <a:endParaRPr/>
          </a:p>
        </p:txBody>
      </p:sp>
      <p:sp>
        <p:nvSpPr>
          <p:cNvPr id="192" name="Google Shape;192;p14"/>
          <p:cNvSpPr txBox="1"/>
          <p:nvPr/>
        </p:nvSpPr>
        <p:spPr>
          <a:xfrm>
            <a:off x="8077094" y="5507197"/>
            <a:ext cx="317417" cy="3384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chemeClr val="dk1"/>
                </a:solidFill>
                <a:latin typeface="Calibri"/>
                <a:ea typeface="Calibri"/>
                <a:cs typeface="Calibri"/>
                <a:sym typeface="Calibri"/>
              </a:rPr>
              <a:t>a</a:t>
            </a:r>
            <a:endParaRPr/>
          </a:p>
        </p:txBody>
      </p:sp>
      <p:cxnSp>
        <p:nvCxnSpPr>
          <p:cNvPr id="193" name="Google Shape;193;p14"/>
          <p:cNvCxnSpPr>
            <a:stCxn id="183" idx="2"/>
            <a:endCxn id="185" idx="0"/>
          </p:cNvCxnSpPr>
          <p:nvPr/>
        </p:nvCxnSpPr>
        <p:spPr>
          <a:xfrm flipH="1">
            <a:off x="7854920" y="4237770"/>
            <a:ext cx="317400" cy="87600"/>
          </a:xfrm>
          <a:prstGeom prst="straightConnector1">
            <a:avLst/>
          </a:prstGeom>
          <a:noFill/>
          <a:ln cap="flat" cmpd="sng" w="28575">
            <a:solidFill>
              <a:schemeClr val="dk1"/>
            </a:solidFill>
            <a:prstDash val="solid"/>
            <a:round/>
            <a:headEnd len="med" w="med" type="none"/>
            <a:tailEnd len="med" w="med" type="none"/>
          </a:ln>
        </p:spPr>
      </p:cxnSp>
      <p:cxnSp>
        <p:nvCxnSpPr>
          <p:cNvPr id="194" name="Google Shape;194;p14"/>
          <p:cNvCxnSpPr>
            <a:stCxn id="183" idx="2"/>
            <a:endCxn id="187" idx="0"/>
          </p:cNvCxnSpPr>
          <p:nvPr/>
        </p:nvCxnSpPr>
        <p:spPr>
          <a:xfrm>
            <a:off x="8172320" y="4237770"/>
            <a:ext cx="253800" cy="87600"/>
          </a:xfrm>
          <a:prstGeom prst="straightConnector1">
            <a:avLst/>
          </a:prstGeom>
          <a:noFill/>
          <a:ln cap="flat" cmpd="sng" w="28575">
            <a:solidFill>
              <a:schemeClr val="dk1"/>
            </a:solidFill>
            <a:prstDash val="solid"/>
            <a:round/>
            <a:headEnd len="med" w="med" type="none"/>
            <a:tailEnd len="med" w="med" type="none"/>
          </a:ln>
        </p:spPr>
      </p:cxnSp>
      <p:cxnSp>
        <p:nvCxnSpPr>
          <p:cNvPr id="195" name="Google Shape;195;p14"/>
          <p:cNvCxnSpPr>
            <a:stCxn id="185" idx="2"/>
            <a:endCxn id="184" idx="0"/>
          </p:cNvCxnSpPr>
          <p:nvPr/>
        </p:nvCxnSpPr>
        <p:spPr>
          <a:xfrm flipH="1">
            <a:off x="7664402" y="4663872"/>
            <a:ext cx="190500" cy="87600"/>
          </a:xfrm>
          <a:prstGeom prst="straightConnector1">
            <a:avLst/>
          </a:prstGeom>
          <a:noFill/>
          <a:ln cap="flat" cmpd="sng" w="28575">
            <a:solidFill>
              <a:schemeClr val="dk1"/>
            </a:solidFill>
            <a:prstDash val="solid"/>
            <a:round/>
            <a:headEnd len="med" w="med" type="none"/>
            <a:tailEnd len="med" w="med" type="none"/>
          </a:ln>
        </p:spPr>
      </p:cxnSp>
      <p:cxnSp>
        <p:nvCxnSpPr>
          <p:cNvPr id="196" name="Google Shape;196;p14"/>
          <p:cNvCxnSpPr>
            <a:stCxn id="185" idx="2"/>
            <a:endCxn id="188" idx="0"/>
          </p:cNvCxnSpPr>
          <p:nvPr/>
        </p:nvCxnSpPr>
        <p:spPr>
          <a:xfrm>
            <a:off x="7854902" y="4663872"/>
            <a:ext cx="190500" cy="87600"/>
          </a:xfrm>
          <a:prstGeom prst="straightConnector1">
            <a:avLst/>
          </a:prstGeom>
          <a:noFill/>
          <a:ln cap="flat" cmpd="sng" w="28575">
            <a:solidFill>
              <a:schemeClr val="dk1"/>
            </a:solidFill>
            <a:prstDash val="solid"/>
            <a:round/>
            <a:headEnd len="med" w="med" type="none"/>
            <a:tailEnd len="med" w="med" type="none"/>
          </a:ln>
        </p:spPr>
      </p:cxnSp>
      <p:cxnSp>
        <p:nvCxnSpPr>
          <p:cNvPr id="197" name="Google Shape;197;p14"/>
          <p:cNvCxnSpPr>
            <a:stCxn id="187" idx="2"/>
            <a:endCxn id="186" idx="0"/>
          </p:cNvCxnSpPr>
          <p:nvPr/>
        </p:nvCxnSpPr>
        <p:spPr>
          <a:xfrm>
            <a:off x="8426254" y="4663872"/>
            <a:ext cx="0" cy="87600"/>
          </a:xfrm>
          <a:prstGeom prst="straightConnector1">
            <a:avLst/>
          </a:prstGeom>
          <a:noFill/>
          <a:ln cap="flat" cmpd="sng" w="28575">
            <a:solidFill>
              <a:schemeClr val="dk1"/>
            </a:solidFill>
            <a:prstDash val="solid"/>
            <a:round/>
            <a:headEnd len="med" w="med" type="none"/>
            <a:tailEnd len="med" w="med" type="none"/>
          </a:ln>
        </p:spPr>
      </p:cxnSp>
      <p:cxnSp>
        <p:nvCxnSpPr>
          <p:cNvPr id="198" name="Google Shape;198;p14"/>
          <p:cNvCxnSpPr>
            <a:stCxn id="184" idx="2"/>
            <a:endCxn id="189" idx="0"/>
          </p:cNvCxnSpPr>
          <p:nvPr/>
        </p:nvCxnSpPr>
        <p:spPr>
          <a:xfrm>
            <a:off x="7664452" y="5089973"/>
            <a:ext cx="0" cy="44400"/>
          </a:xfrm>
          <a:prstGeom prst="straightConnector1">
            <a:avLst/>
          </a:prstGeom>
          <a:noFill/>
          <a:ln cap="flat" cmpd="sng" w="28575">
            <a:solidFill>
              <a:schemeClr val="dk1"/>
            </a:solidFill>
            <a:prstDash val="solid"/>
            <a:round/>
            <a:headEnd len="med" w="med" type="none"/>
            <a:tailEnd len="med" w="med" type="none"/>
          </a:ln>
        </p:spPr>
      </p:cxnSp>
      <p:cxnSp>
        <p:nvCxnSpPr>
          <p:cNvPr id="199" name="Google Shape;199;p14"/>
          <p:cNvCxnSpPr>
            <a:stCxn id="186" idx="2"/>
            <a:endCxn id="190" idx="0"/>
          </p:cNvCxnSpPr>
          <p:nvPr/>
        </p:nvCxnSpPr>
        <p:spPr>
          <a:xfrm flipH="1">
            <a:off x="8235754" y="5089973"/>
            <a:ext cx="190500" cy="44400"/>
          </a:xfrm>
          <a:prstGeom prst="straightConnector1">
            <a:avLst/>
          </a:prstGeom>
          <a:noFill/>
          <a:ln cap="flat" cmpd="sng" w="28575">
            <a:solidFill>
              <a:schemeClr val="dk1"/>
            </a:solidFill>
            <a:prstDash val="solid"/>
            <a:round/>
            <a:headEnd len="med" w="med" type="none"/>
            <a:tailEnd len="med" w="med" type="none"/>
          </a:ln>
        </p:spPr>
      </p:cxnSp>
      <p:cxnSp>
        <p:nvCxnSpPr>
          <p:cNvPr id="200" name="Google Shape;200;p14"/>
          <p:cNvCxnSpPr>
            <a:stCxn id="186" idx="2"/>
            <a:endCxn id="191" idx="0"/>
          </p:cNvCxnSpPr>
          <p:nvPr/>
        </p:nvCxnSpPr>
        <p:spPr>
          <a:xfrm>
            <a:off x="8426254" y="5089973"/>
            <a:ext cx="222300" cy="87600"/>
          </a:xfrm>
          <a:prstGeom prst="straightConnector1">
            <a:avLst/>
          </a:prstGeom>
          <a:noFill/>
          <a:ln cap="flat" cmpd="sng" w="28575">
            <a:solidFill>
              <a:schemeClr val="dk1"/>
            </a:solidFill>
            <a:prstDash val="solid"/>
            <a:round/>
            <a:headEnd len="med" w="med" type="none"/>
            <a:tailEnd len="med" w="med" type="none"/>
          </a:ln>
        </p:spPr>
      </p:cxnSp>
      <p:cxnSp>
        <p:nvCxnSpPr>
          <p:cNvPr id="201" name="Google Shape;201;p14"/>
          <p:cNvCxnSpPr>
            <a:stCxn id="190" idx="2"/>
            <a:endCxn id="192" idx="0"/>
          </p:cNvCxnSpPr>
          <p:nvPr/>
        </p:nvCxnSpPr>
        <p:spPr>
          <a:xfrm>
            <a:off x="8235803" y="5472798"/>
            <a:ext cx="0" cy="34500"/>
          </a:xfrm>
          <a:prstGeom prst="straightConnector1">
            <a:avLst/>
          </a:prstGeom>
          <a:noFill/>
          <a:ln cap="flat" cmpd="sng" w="28575">
            <a:solidFill>
              <a:schemeClr val="dk1"/>
            </a:solidFill>
            <a:prstDash val="solid"/>
            <a:round/>
            <a:headEnd len="med" w="med" type="none"/>
            <a:tailEnd len="med" w="med" type="none"/>
          </a:ln>
        </p:spPr>
      </p:cxnSp>
      <p:cxnSp>
        <p:nvCxnSpPr>
          <p:cNvPr id="202" name="Google Shape;202;p14"/>
          <p:cNvCxnSpPr>
            <a:stCxn id="154" idx="2"/>
            <a:endCxn id="183" idx="0"/>
          </p:cNvCxnSpPr>
          <p:nvPr/>
        </p:nvCxnSpPr>
        <p:spPr>
          <a:xfrm>
            <a:off x="7347035" y="3864932"/>
            <a:ext cx="825300" cy="34500"/>
          </a:xfrm>
          <a:prstGeom prst="straightConnector1">
            <a:avLst/>
          </a:prstGeom>
          <a:noFill/>
          <a:ln cap="flat" cmpd="sng" w="28575">
            <a:solidFill>
              <a:schemeClr val="dk1"/>
            </a:solidFill>
            <a:prstDash val="solid"/>
            <a:round/>
            <a:headEnd len="med" w="med" type="none"/>
            <a:tailEnd len="med" w="med" type="none"/>
          </a:ln>
        </p:spPr>
      </p:cxnSp>
      <p:cxnSp>
        <p:nvCxnSpPr>
          <p:cNvPr id="203" name="Google Shape;203;p14"/>
          <p:cNvCxnSpPr>
            <a:stCxn id="151" idx="2"/>
            <a:endCxn id="154" idx="0"/>
          </p:cNvCxnSpPr>
          <p:nvPr/>
        </p:nvCxnSpPr>
        <p:spPr>
          <a:xfrm flipH="1">
            <a:off x="7346905" y="3375118"/>
            <a:ext cx="2031600" cy="151500"/>
          </a:xfrm>
          <a:prstGeom prst="straightConnector1">
            <a:avLst/>
          </a:prstGeom>
          <a:noFill/>
          <a:ln cap="flat" cmpd="sng" w="28575">
            <a:solidFill>
              <a:schemeClr val="dk1"/>
            </a:solidFill>
            <a:prstDash val="solid"/>
            <a:round/>
            <a:headEnd len="med" w="med" type="none"/>
            <a:tailEnd len="med" w="med" type="none"/>
          </a:ln>
        </p:spPr>
      </p:cxnSp>
      <p:cxnSp>
        <p:nvCxnSpPr>
          <p:cNvPr id="204" name="Google Shape;204;p14"/>
          <p:cNvCxnSpPr>
            <a:stCxn id="151" idx="2"/>
            <a:endCxn id="162" idx="0"/>
          </p:cNvCxnSpPr>
          <p:nvPr/>
        </p:nvCxnSpPr>
        <p:spPr>
          <a:xfrm>
            <a:off x="9378506" y="3375118"/>
            <a:ext cx="266700" cy="98100"/>
          </a:xfrm>
          <a:prstGeom prst="straightConnector1">
            <a:avLst/>
          </a:prstGeom>
          <a:noFill/>
          <a:ln cap="flat" cmpd="sng" w="28575">
            <a:solidFill>
              <a:schemeClr val="dk1"/>
            </a:solidFill>
            <a:prstDash val="solid"/>
            <a:round/>
            <a:headEnd len="med" w="med" type="none"/>
            <a:tailEnd len="med" w="med" type="none"/>
          </a:ln>
        </p:spPr>
      </p:cxnSp>
      <p:cxnSp>
        <p:nvCxnSpPr>
          <p:cNvPr id="205" name="Google Shape;205;p14"/>
          <p:cNvCxnSpPr>
            <a:stCxn id="151" idx="2"/>
            <a:endCxn id="155" idx="0"/>
          </p:cNvCxnSpPr>
          <p:nvPr/>
        </p:nvCxnSpPr>
        <p:spPr>
          <a:xfrm>
            <a:off x="9378506" y="3375118"/>
            <a:ext cx="1777500" cy="98100"/>
          </a:xfrm>
          <a:prstGeom prst="straightConnector1">
            <a:avLst/>
          </a:prstGeom>
          <a:noFill/>
          <a:ln cap="flat" cmpd="sng" w="28575">
            <a:solidFill>
              <a:schemeClr val="dk1"/>
            </a:solidFill>
            <a:prstDash val="solid"/>
            <a:round/>
            <a:headEnd len="med" w="med" type="none"/>
            <a:tailEnd len="med" w="med" type="none"/>
          </a:ln>
        </p:spPr>
      </p:cxnSp>
      <p:grpSp>
        <p:nvGrpSpPr>
          <p:cNvPr id="206" name="Google Shape;206;p14"/>
          <p:cNvGrpSpPr/>
          <p:nvPr/>
        </p:nvGrpSpPr>
        <p:grpSpPr>
          <a:xfrm>
            <a:off x="945495" y="3483438"/>
            <a:ext cx="3204328" cy="1768475"/>
            <a:chOff x="336" y="576"/>
            <a:chExt cx="4848" cy="2784"/>
          </a:xfrm>
        </p:grpSpPr>
        <p:sp>
          <p:nvSpPr>
            <p:cNvPr id="207" name="Google Shape;207;p14"/>
            <p:cNvSpPr/>
            <p:nvPr/>
          </p:nvSpPr>
          <p:spPr>
            <a:xfrm>
              <a:off x="336" y="2208"/>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S</a:t>
              </a:r>
              <a:endParaRPr/>
            </a:p>
          </p:txBody>
        </p:sp>
        <p:sp>
          <p:nvSpPr>
            <p:cNvPr id="208" name="Google Shape;208;p14"/>
            <p:cNvSpPr/>
            <p:nvPr/>
          </p:nvSpPr>
          <p:spPr>
            <a:xfrm>
              <a:off x="4704" y="576"/>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G</a:t>
              </a:r>
              <a:endParaRPr/>
            </a:p>
          </p:txBody>
        </p:sp>
        <p:sp>
          <p:nvSpPr>
            <p:cNvPr id="209" name="Google Shape;209;p14"/>
            <p:cNvSpPr/>
            <p:nvPr/>
          </p:nvSpPr>
          <p:spPr>
            <a:xfrm>
              <a:off x="1728" y="1776"/>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d</a:t>
              </a:r>
              <a:endParaRPr/>
            </a:p>
          </p:txBody>
        </p:sp>
        <p:sp>
          <p:nvSpPr>
            <p:cNvPr id="210" name="Google Shape;210;p14"/>
            <p:cNvSpPr/>
            <p:nvPr/>
          </p:nvSpPr>
          <p:spPr>
            <a:xfrm>
              <a:off x="720" y="1056"/>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b</a:t>
              </a:r>
              <a:endParaRPr/>
            </a:p>
          </p:txBody>
        </p:sp>
        <p:sp>
          <p:nvSpPr>
            <p:cNvPr id="211" name="Google Shape;211;p14"/>
            <p:cNvSpPr/>
            <p:nvPr/>
          </p:nvSpPr>
          <p:spPr>
            <a:xfrm>
              <a:off x="1200" y="2736"/>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p</a:t>
              </a:r>
              <a:endParaRPr/>
            </a:p>
          </p:txBody>
        </p:sp>
        <p:sp>
          <p:nvSpPr>
            <p:cNvPr id="212" name="Google Shape;212;p14"/>
            <p:cNvSpPr/>
            <p:nvPr/>
          </p:nvSpPr>
          <p:spPr>
            <a:xfrm>
              <a:off x="2352" y="2880"/>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q</a:t>
              </a:r>
              <a:endParaRPr/>
            </a:p>
          </p:txBody>
        </p:sp>
        <p:sp>
          <p:nvSpPr>
            <p:cNvPr id="213" name="Google Shape;213;p14"/>
            <p:cNvSpPr/>
            <p:nvPr/>
          </p:nvSpPr>
          <p:spPr>
            <a:xfrm>
              <a:off x="2880" y="1008"/>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c</a:t>
              </a:r>
              <a:endParaRPr/>
            </a:p>
          </p:txBody>
        </p:sp>
        <p:sp>
          <p:nvSpPr>
            <p:cNvPr id="214" name="Google Shape;214;p14"/>
            <p:cNvSpPr/>
            <p:nvPr/>
          </p:nvSpPr>
          <p:spPr>
            <a:xfrm>
              <a:off x="3552" y="1584"/>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e</a:t>
              </a:r>
              <a:endParaRPr/>
            </a:p>
          </p:txBody>
        </p:sp>
        <p:sp>
          <p:nvSpPr>
            <p:cNvPr id="215" name="Google Shape;215;p14"/>
            <p:cNvSpPr/>
            <p:nvPr/>
          </p:nvSpPr>
          <p:spPr>
            <a:xfrm>
              <a:off x="3168" y="2256"/>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h</a:t>
              </a:r>
              <a:endParaRPr/>
            </a:p>
          </p:txBody>
        </p:sp>
        <p:sp>
          <p:nvSpPr>
            <p:cNvPr id="216" name="Google Shape;216;p14"/>
            <p:cNvSpPr/>
            <p:nvPr/>
          </p:nvSpPr>
          <p:spPr>
            <a:xfrm>
              <a:off x="1584" y="624"/>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a</a:t>
              </a:r>
              <a:endParaRPr/>
            </a:p>
          </p:txBody>
        </p:sp>
        <p:sp>
          <p:nvSpPr>
            <p:cNvPr id="217" name="Google Shape;217;p14"/>
            <p:cNvSpPr/>
            <p:nvPr/>
          </p:nvSpPr>
          <p:spPr>
            <a:xfrm>
              <a:off x="4560" y="1872"/>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f</a:t>
              </a:r>
              <a:endParaRPr/>
            </a:p>
          </p:txBody>
        </p:sp>
        <p:sp>
          <p:nvSpPr>
            <p:cNvPr id="218" name="Google Shape;218;p14"/>
            <p:cNvSpPr/>
            <p:nvPr/>
          </p:nvSpPr>
          <p:spPr>
            <a:xfrm>
              <a:off x="4368" y="2736"/>
              <a:ext cx="480" cy="480"/>
            </a:xfrm>
            <a:prstGeom prst="flowChartConnector">
              <a:avLst/>
            </a:prstGeom>
            <a:solidFill>
              <a:schemeClr val="lt1"/>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r</a:t>
              </a:r>
              <a:endParaRPr/>
            </a:p>
          </p:txBody>
        </p:sp>
        <p:cxnSp>
          <p:nvCxnSpPr>
            <p:cNvPr id="219" name="Google Shape;219;p14"/>
            <p:cNvCxnSpPr>
              <a:stCxn id="207" idx="5"/>
              <a:endCxn id="211" idx="2"/>
            </p:cNvCxnSpPr>
            <p:nvPr/>
          </p:nvCxnSpPr>
          <p:spPr>
            <a:xfrm>
              <a:off x="746" y="2618"/>
              <a:ext cx="600" cy="300"/>
            </a:xfrm>
            <a:prstGeom prst="straightConnector1">
              <a:avLst/>
            </a:prstGeom>
            <a:noFill/>
            <a:ln cap="flat" cmpd="sng" w="28575">
              <a:solidFill>
                <a:schemeClr val="dk1"/>
              </a:solidFill>
              <a:prstDash val="solid"/>
              <a:round/>
              <a:headEnd len="med" w="med" type="none"/>
              <a:tailEnd len="med" w="med" type="triangle"/>
            </a:ln>
          </p:spPr>
        </p:cxnSp>
        <p:cxnSp>
          <p:nvCxnSpPr>
            <p:cNvPr id="220" name="Google Shape;220;p14"/>
            <p:cNvCxnSpPr>
              <a:stCxn id="211" idx="5"/>
              <a:endCxn id="212" idx="2"/>
            </p:cNvCxnSpPr>
            <p:nvPr/>
          </p:nvCxnSpPr>
          <p:spPr>
            <a:xfrm>
              <a:off x="1610" y="3146"/>
              <a:ext cx="600" cy="0"/>
            </a:xfrm>
            <a:prstGeom prst="straightConnector1">
              <a:avLst/>
            </a:prstGeom>
            <a:noFill/>
            <a:ln cap="flat" cmpd="sng" w="28575">
              <a:solidFill>
                <a:schemeClr val="dk1"/>
              </a:solidFill>
              <a:prstDash val="solid"/>
              <a:round/>
              <a:headEnd len="med" w="med" type="none"/>
              <a:tailEnd len="med" w="med" type="triangle"/>
            </a:ln>
          </p:spPr>
        </p:cxnSp>
        <p:cxnSp>
          <p:nvCxnSpPr>
            <p:cNvPr id="221" name="Google Shape;221;p14"/>
            <p:cNvCxnSpPr>
              <a:stCxn id="215" idx="3"/>
              <a:endCxn id="212" idx="7"/>
            </p:cNvCxnSpPr>
            <p:nvPr/>
          </p:nvCxnSpPr>
          <p:spPr>
            <a:xfrm flipH="1">
              <a:off x="2638" y="2666"/>
              <a:ext cx="600" cy="300"/>
            </a:xfrm>
            <a:prstGeom prst="straightConnector1">
              <a:avLst/>
            </a:prstGeom>
            <a:noFill/>
            <a:ln cap="flat" cmpd="sng" w="28575">
              <a:solidFill>
                <a:schemeClr val="dk1"/>
              </a:solidFill>
              <a:prstDash val="solid"/>
              <a:round/>
              <a:headEnd len="med" w="med" type="none"/>
              <a:tailEnd len="med" w="med" type="triangle"/>
            </a:ln>
          </p:spPr>
        </p:cxnSp>
        <p:cxnSp>
          <p:nvCxnSpPr>
            <p:cNvPr id="222" name="Google Shape;222;p14"/>
            <p:cNvCxnSpPr>
              <a:stCxn id="215" idx="2"/>
              <a:endCxn id="211" idx="6"/>
            </p:cNvCxnSpPr>
            <p:nvPr/>
          </p:nvCxnSpPr>
          <p:spPr>
            <a:xfrm flipH="1">
              <a:off x="1668" y="2496"/>
              <a:ext cx="1500" cy="600"/>
            </a:xfrm>
            <a:prstGeom prst="straightConnector1">
              <a:avLst/>
            </a:prstGeom>
            <a:noFill/>
            <a:ln cap="flat" cmpd="sng" w="28575">
              <a:solidFill>
                <a:schemeClr val="dk1"/>
              </a:solidFill>
              <a:prstDash val="solid"/>
              <a:round/>
              <a:headEnd len="med" w="med" type="none"/>
              <a:tailEnd len="med" w="med" type="triangle"/>
            </a:ln>
          </p:spPr>
        </p:cxnSp>
        <p:cxnSp>
          <p:nvCxnSpPr>
            <p:cNvPr id="223" name="Google Shape;223;p14"/>
            <p:cNvCxnSpPr>
              <a:stCxn id="214" idx="4"/>
              <a:endCxn id="215" idx="7"/>
            </p:cNvCxnSpPr>
            <p:nvPr/>
          </p:nvCxnSpPr>
          <p:spPr>
            <a:xfrm flipH="1">
              <a:off x="3492" y="2064"/>
              <a:ext cx="300" cy="300"/>
            </a:xfrm>
            <a:prstGeom prst="straightConnector1">
              <a:avLst/>
            </a:prstGeom>
            <a:noFill/>
            <a:ln cap="flat" cmpd="sng" w="28575">
              <a:solidFill>
                <a:schemeClr val="dk1"/>
              </a:solidFill>
              <a:prstDash val="solid"/>
              <a:round/>
              <a:headEnd len="med" w="med" type="none"/>
              <a:tailEnd len="med" w="med" type="triangle"/>
            </a:ln>
          </p:spPr>
        </p:cxnSp>
        <p:cxnSp>
          <p:nvCxnSpPr>
            <p:cNvPr id="224" name="Google Shape;224;p14"/>
            <p:cNvCxnSpPr>
              <a:stCxn id="214" idx="5"/>
              <a:endCxn id="218" idx="1"/>
            </p:cNvCxnSpPr>
            <p:nvPr/>
          </p:nvCxnSpPr>
          <p:spPr>
            <a:xfrm>
              <a:off x="3962" y="1994"/>
              <a:ext cx="600" cy="900"/>
            </a:xfrm>
            <a:prstGeom prst="straightConnector1">
              <a:avLst/>
            </a:prstGeom>
            <a:noFill/>
            <a:ln cap="flat" cmpd="sng" w="28575">
              <a:solidFill>
                <a:srgbClr val="CC0000"/>
              </a:solidFill>
              <a:prstDash val="solid"/>
              <a:round/>
              <a:headEnd len="med" w="med" type="none"/>
              <a:tailEnd len="med" w="med" type="triangle"/>
            </a:ln>
          </p:spPr>
        </p:cxnSp>
        <p:cxnSp>
          <p:nvCxnSpPr>
            <p:cNvPr id="225" name="Google Shape;225;p14"/>
            <p:cNvCxnSpPr>
              <a:stCxn id="218" idx="0"/>
              <a:endCxn id="217" idx="4"/>
            </p:cNvCxnSpPr>
            <p:nvPr/>
          </p:nvCxnSpPr>
          <p:spPr>
            <a:xfrm flipH="1" rot="10800000">
              <a:off x="4608" y="2436"/>
              <a:ext cx="300" cy="300"/>
            </a:xfrm>
            <a:prstGeom prst="straightConnector1">
              <a:avLst/>
            </a:prstGeom>
            <a:noFill/>
            <a:ln cap="flat" cmpd="sng" w="28575">
              <a:solidFill>
                <a:srgbClr val="CC0000"/>
              </a:solidFill>
              <a:prstDash val="solid"/>
              <a:round/>
              <a:headEnd len="med" w="med" type="none"/>
              <a:tailEnd len="med" w="med" type="triangle"/>
            </a:ln>
          </p:spPr>
        </p:cxnSp>
        <p:cxnSp>
          <p:nvCxnSpPr>
            <p:cNvPr id="226" name="Google Shape;226;p14"/>
            <p:cNvCxnSpPr>
              <a:stCxn id="217" idx="0"/>
              <a:endCxn id="208" idx="4"/>
            </p:cNvCxnSpPr>
            <p:nvPr/>
          </p:nvCxnSpPr>
          <p:spPr>
            <a:xfrm rot="10800000">
              <a:off x="4800" y="972"/>
              <a:ext cx="0" cy="900"/>
            </a:xfrm>
            <a:prstGeom prst="straightConnector1">
              <a:avLst/>
            </a:prstGeom>
            <a:noFill/>
            <a:ln cap="flat" cmpd="sng" w="28575">
              <a:solidFill>
                <a:srgbClr val="CC0000"/>
              </a:solidFill>
              <a:prstDash val="solid"/>
              <a:round/>
              <a:headEnd len="med" w="med" type="none"/>
              <a:tailEnd len="med" w="med" type="triangle"/>
            </a:ln>
          </p:spPr>
        </p:cxnSp>
        <p:cxnSp>
          <p:nvCxnSpPr>
            <p:cNvPr id="227" name="Google Shape;227;p14"/>
            <p:cNvCxnSpPr>
              <a:stCxn id="207" idx="7"/>
            </p:cNvCxnSpPr>
            <p:nvPr/>
          </p:nvCxnSpPr>
          <p:spPr>
            <a:xfrm flipH="1" rot="10800000">
              <a:off x="746" y="1978"/>
              <a:ext cx="900" cy="300"/>
            </a:xfrm>
            <a:prstGeom prst="straightConnector1">
              <a:avLst/>
            </a:prstGeom>
            <a:noFill/>
            <a:ln cap="flat" cmpd="sng" w="28575">
              <a:solidFill>
                <a:srgbClr val="CC0000"/>
              </a:solidFill>
              <a:prstDash val="solid"/>
              <a:round/>
              <a:headEnd len="med" w="med" type="none"/>
              <a:tailEnd len="med" w="med" type="triangle"/>
            </a:ln>
          </p:spPr>
        </p:cxnSp>
        <p:cxnSp>
          <p:nvCxnSpPr>
            <p:cNvPr id="228" name="Google Shape;228;p14"/>
            <p:cNvCxnSpPr>
              <a:stCxn id="209" idx="1"/>
              <a:endCxn id="210" idx="5"/>
            </p:cNvCxnSpPr>
            <p:nvPr/>
          </p:nvCxnSpPr>
          <p:spPr>
            <a:xfrm rot="10800000">
              <a:off x="1198" y="1546"/>
              <a:ext cx="600" cy="300"/>
            </a:xfrm>
            <a:prstGeom prst="straightConnector1">
              <a:avLst/>
            </a:prstGeom>
            <a:noFill/>
            <a:ln cap="flat" cmpd="sng" w="28575">
              <a:solidFill>
                <a:schemeClr val="dk1"/>
              </a:solidFill>
              <a:prstDash val="solid"/>
              <a:round/>
              <a:headEnd len="med" w="med" type="none"/>
              <a:tailEnd len="med" w="med" type="triangle"/>
            </a:ln>
          </p:spPr>
        </p:cxnSp>
        <p:cxnSp>
          <p:nvCxnSpPr>
            <p:cNvPr id="229" name="Google Shape;229;p14"/>
            <p:cNvCxnSpPr>
              <a:endCxn id="216" idx="2"/>
            </p:cNvCxnSpPr>
            <p:nvPr/>
          </p:nvCxnSpPr>
          <p:spPr>
            <a:xfrm flipH="1" rot="10800000">
              <a:off x="1284" y="864"/>
              <a:ext cx="300" cy="300"/>
            </a:xfrm>
            <a:prstGeom prst="straightConnector1">
              <a:avLst/>
            </a:prstGeom>
            <a:noFill/>
            <a:ln cap="flat" cmpd="sng" w="28575">
              <a:solidFill>
                <a:schemeClr val="dk1"/>
              </a:solidFill>
              <a:prstDash val="solid"/>
              <a:round/>
              <a:headEnd len="med" w="med" type="none"/>
              <a:tailEnd len="med" w="med" type="triangle"/>
            </a:ln>
          </p:spPr>
        </p:cxnSp>
        <p:cxnSp>
          <p:nvCxnSpPr>
            <p:cNvPr id="230" name="Google Shape;230;p14"/>
            <p:cNvCxnSpPr>
              <a:stCxn id="213" idx="2"/>
              <a:endCxn id="216" idx="6"/>
            </p:cNvCxnSpPr>
            <p:nvPr/>
          </p:nvCxnSpPr>
          <p:spPr>
            <a:xfrm rot="10800000">
              <a:off x="1980" y="948"/>
              <a:ext cx="900" cy="300"/>
            </a:xfrm>
            <a:prstGeom prst="straightConnector1">
              <a:avLst/>
            </a:prstGeom>
            <a:noFill/>
            <a:ln cap="flat" cmpd="sng" w="28575">
              <a:solidFill>
                <a:schemeClr val="dk1"/>
              </a:solidFill>
              <a:prstDash val="solid"/>
              <a:round/>
              <a:headEnd len="med" w="med" type="none"/>
              <a:tailEnd len="med" w="med" type="triangle"/>
            </a:ln>
          </p:spPr>
        </p:cxnSp>
        <p:cxnSp>
          <p:nvCxnSpPr>
            <p:cNvPr id="231" name="Google Shape;231;p14"/>
            <p:cNvCxnSpPr>
              <a:stCxn id="209" idx="7"/>
              <a:endCxn id="213" idx="3"/>
            </p:cNvCxnSpPr>
            <p:nvPr/>
          </p:nvCxnSpPr>
          <p:spPr>
            <a:xfrm flipH="1" rot="10800000">
              <a:off x="2138" y="1546"/>
              <a:ext cx="900" cy="300"/>
            </a:xfrm>
            <a:prstGeom prst="straightConnector1">
              <a:avLst/>
            </a:prstGeom>
            <a:noFill/>
            <a:ln cap="flat" cmpd="sng" w="28575">
              <a:solidFill>
                <a:schemeClr val="dk1"/>
              </a:solidFill>
              <a:prstDash val="solid"/>
              <a:round/>
              <a:headEnd len="med" w="med" type="none"/>
              <a:tailEnd len="med" w="med" type="triangle"/>
            </a:ln>
          </p:spPr>
        </p:cxnSp>
        <p:cxnSp>
          <p:nvCxnSpPr>
            <p:cNvPr id="232" name="Google Shape;232;p14"/>
            <p:cNvCxnSpPr>
              <a:stCxn id="209" idx="6"/>
              <a:endCxn id="214" idx="2"/>
            </p:cNvCxnSpPr>
            <p:nvPr/>
          </p:nvCxnSpPr>
          <p:spPr>
            <a:xfrm flipH="1" rot="10800000">
              <a:off x="2208" y="1716"/>
              <a:ext cx="1200" cy="300"/>
            </a:xfrm>
            <a:prstGeom prst="straightConnector1">
              <a:avLst/>
            </a:prstGeom>
            <a:noFill/>
            <a:ln cap="flat" cmpd="sng" w="28575">
              <a:solidFill>
                <a:srgbClr val="CC0000"/>
              </a:solidFill>
              <a:prstDash val="solid"/>
              <a:round/>
              <a:headEnd len="med" w="med" type="none"/>
              <a:tailEnd len="med" w="med" type="triangle"/>
            </a:ln>
          </p:spPr>
        </p:cxnSp>
        <p:cxnSp>
          <p:nvCxnSpPr>
            <p:cNvPr id="233" name="Google Shape;233;p14"/>
            <p:cNvCxnSpPr>
              <a:stCxn id="217" idx="1"/>
              <a:endCxn id="213" idx="6"/>
            </p:cNvCxnSpPr>
            <p:nvPr/>
          </p:nvCxnSpPr>
          <p:spPr>
            <a:xfrm flipH="1" rot="5400000">
              <a:off x="3730" y="1042"/>
              <a:ext cx="600" cy="1200"/>
            </a:xfrm>
            <a:prstGeom prst="curvedConnector2">
              <a:avLst/>
            </a:prstGeom>
            <a:noFill/>
            <a:ln cap="flat" cmpd="sng" w="28575">
              <a:solidFill>
                <a:schemeClr val="dk1"/>
              </a:solidFill>
              <a:prstDash val="solid"/>
              <a:round/>
              <a:headEnd len="med" w="med" type="none"/>
              <a:tailEnd len="med" w="med" type="triangle"/>
            </a:ln>
          </p:spPr>
        </p:cxnSp>
        <p:cxnSp>
          <p:nvCxnSpPr>
            <p:cNvPr id="234" name="Google Shape;234;p14"/>
            <p:cNvCxnSpPr>
              <a:stCxn id="207" idx="6"/>
              <a:endCxn id="214" idx="3"/>
            </p:cNvCxnSpPr>
            <p:nvPr/>
          </p:nvCxnSpPr>
          <p:spPr>
            <a:xfrm flipH="1" rot="10800000">
              <a:off x="816" y="1848"/>
              <a:ext cx="2700" cy="600"/>
            </a:xfrm>
            <a:prstGeom prst="curvedConnector2">
              <a:avLst/>
            </a:prstGeom>
            <a:noFill/>
            <a:ln cap="flat" cmpd="sng" w="28575">
              <a:solidFill>
                <a:schemeClr val="dk1"/>
              </a:solidFill>
              <a:prstDash val="solid"/>
              <a:round/>
              <a:headEnd len="med" w="med" type="none"/>
              <a:tailEnd len="med" w="med" type="triangle"/>
            </a:ln>
          </p:spPr>
        </p:cxnSp>
      </p:grpSp>
      <p:sp>
        <p:nvSpPr>
          <p:cNvPr id="235" name="Google Shape;235;p14"/>
          <p:cNvSpPr txBox="1"/>
          <p:nvPr/>
        </p:nvSpPr>
        <p:spPr>
          <a:xfrm>
            <a:off x="4149824" y="4790249"/>
            <a:ext cx="2858744" cy="923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We construct both on demand – and we construct as little as possible.</a:t>
            </a:r>
            <a:endParaRPr/>
          </a:p>
        </p:txBody>
      </p:sp>
      <p:sp>
        <p:nvSpPr>
          <p:cNvPr id="236" name="Google Shape;236;p14"/>
          <p:cNvSpPr txBox="1"/>
          <p:nvPr/>
        </p:nvSpPr>
        <p:spPr>
          <a:xfrm>
            <a:off x="4314871" y="2535315"/>
            <a:ext cx="2693696" cy="923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Each NODE in in the search tree is an entire PATH in the state space graph.</a:t>
            </a:r>
            <a:endParaRPr/>
          </a:p>
        </p:txBody>
      </p:sp>
      <p:sp>
        <p:nvSpPr>
          <p:cNvPr id="237" name="Google Shape;237;p14"/>
          <p:cNvSpPr txBox="1"/>
          <p:nvPr/>
        </p:nvSpPr>
        <p:spPr>
          <a:xfrm>
            <a:off x="6604276" y="2177323"/>
            <a:ext cx="4875530" cy="46166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205867"/>
                </a:solidFill>
                <a:latin typeface="Calibri"/>
                <a:ea typeface="Calibri"/>
                <a:cs typeface="Calibri"/>
                <a:sym typeface="Calibri"/>
              </a:rPr>
              <a:t>Search Tree</a:t>
            </a:r>
            <a:endParaRPr/>
          </a:p>
        </p:txBody>
      </p:sp>
      <p:sp>
        <p:nvSpPr>
          <p:cNvPr id="238" name="Google Shape;238;p14"/>
          <p:cNvSpPr txBox="1"/>
          <p:nvPr/>
        </p:nvSpPr>
        <p:spPr>
          <a:xfrm>
            <a:off x="837990" y="2182780"/>
            <a:ext cx="3428107" cy="46166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205867"/>
                </a:solidFill>
                <a:latin typeface="Calibri"/>
                <a:ea typeface="Calibri"/>
                <a:cs typeface="Calibri"/>
                <a:sym typeface="Calibri"/>
              </a:rPr>
              <a:t>State Space Graph</a:t>
            </a:r>
            <a:endParaRPr/>
          </a:p>
        </p:txBody>
      </p:sp>
      <p:sp>
        <p:nvSpPr>
          <p:cNvPr id="239" name="Google Shape;239;p14"/>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240" name="Google Shape;240;p14"/>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5"/>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Search Trees</a:t>
            </a:r>
            <a:endParaRPr/>
          </a:p>
        </p:txBody>
      </p:sp>
      <p:sp>
        <p:nvSpPr>
          <p:cNvPr id="246" name="Google Shape;246;p15"/>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p>
            <a:pPr indent="-225425" lvl="0" marL="225425" rtl="0" algn="l">
              <a:spcBef>
                <a:spcPts val="0"/>
              </a:spcBef>
              <a:spcAft>
                <a:spcPts val="0"/>
              </a:spcAft>
              <a:buClr>
                <a:srgbClr val="205867"/>
              </a:buClr>
              <a:buSzPts val="2400"/>
              <a:buChar char="•"/>
            </a:pPr>
            <a:r>
              <a:rPr b="1" lang="en-US">
                <a:solidFill>
                  <a:srgbClr val="205867"/>
                </a:solidFill>
              </a:rPr>
              <a:t>Example</a:t>
            </a:r>
            <a:endParaRPr/>
          </a:p>
        </p:txBody>
      </p:sp>
      <p:cxnSp>
        <p:nvCxnSpPr>
          <p:cNvPr id="247" name="Google Shape;247;p15"/>
          <p:cNvCxnSpPr>
            <a:stCxn id="248" idx="2"/>
          </p:cNvCxnSpPr>
          <p:nvPr/>
        </p:nvCxnSpPr>
        <p:spPr>
          <a:xfrm flipH="1">
            <a:off x="1015322" y="3943960"/>
            <a:ext cx="533400" cy="111600"/>
          </a:xfrm>
          <a:prstGeom prst="straightConnector1">
            <a:avLst/>
          </a:prstGeom>
          <a:noFill/>
          <a:ln cap="flat" cmpd="sng" w="9525">
            <a:solidFill>
              <a:schemeClr val="dk1"/>
            </a:solidFill>
            <a:prstDash val="solid"/>
            <a:round/>
            <a:headEnd len="med" w="med" type="none"/>
            <a:tailEnd len="med" w="med" type="none"/>
          </a:ln>
        </p:spPr>
      </p:cxnSp>
      <p:cxnSp>
        <p:nvCxnSpPr>
          <p:cNvPr id="249" name="Google Shape;249;p15"/>
          <p:cNvCxnSpPr>
            <a:stCxn id="248" idx="2"/>
          </p:cNvCxnSpPr>
          <p:nvPr/>
        </p:nvCxnSpPr>
        <p:spPr>
          <a:xfrm>
            <a:off x="1548722" y="3943960"/>
            <a:ext cx="152400" cy="111600"/>
          </a:xfrm>
          <a:prstGeom prst="straightConnector1">
            <a:avLst/>
          </a:prstGeom>
          <a:noFill/>
          <a:ln cap="flat" cmpd="sng" w="9525">
            <a:solidFill>
              <a:schemeClr val="dk1"/>
            </a:solidFill>
            <a:prstDash val="solid"/>
            <a:round/>
            <a:headEnd len="med" w="med" type="none"/>
            <a:tailEnd len="med" w="med" type="none"/>
          </a:ln>
        </p:spPr>
      </p:cxnSp>
      <p:grpSp>
        <p:nvGrpSpPr>
          <p:cNvPr id="250" name="Google Shape;250;p15"/>
          <p:cNvGrpSpPr/>
          <p:nvPr/>
        </p:nvGrpSpPr>
        <p:grpSpPr>
          <a:xfrm>
            <a:off x="825010" y="4425190"/>
            <a:ext cx="1066522" cy="535489"/>
            <a:chOff x="3124200" y="4781089"/>
            <a:chExt cx="1066800" cy="535489"/>
          </a:xfrm>
        </p:grpSpPr>
        <p:sp>
          <p:nvSpPr>
            <p:cNvPr id="251" name="Google Shape;251;p15"/>
            <p:cNvSpPr txBox="1"/>
            <p:nvPr/>
          </p:nvSpPr>
          <p:spPr>
            <a:xfrm>
              <a:off x="3124200" y="4946989"/>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a</a:t>
              </a:r>
              <a:endParaRPr/>
            </a:p>
          </p:txBody>
        </p:sp>
        <p:sp>
          <p:nvSpPr>
            <p:cNvPr id="252" name="Google Shape;252;p15"/>
            <p:cNvSpPr txBox="1"/>
            <p:nvPr/>
          </p:nvSpPr>
          <p:spPr>
            <a:xfrm>
              <a:off x="3810000" y="4946989"/>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a</a:t>
              </a:r>
              <a:endParaRPr/>
            </a:p>
          </p:txBody>
        </p:sp>
        <p:cxnSp>
          <p:nvCxnSpPr>
            <p:cNvPr id="253" name="Google Shape;253;p15"/>
            <p:cNvCxnSpPr>
              <a:endCxn id="251" idx="0"/>
            </p:cNvCxnSpPr>
            <p:nvPr/>
          </p:nvCxnSpPr>
          <p:spPr>
            <a:xfrm>
              <a:off x="3314700" y="4781089"/>
              <a:ext cx="0" cy="165900"/>
            </a:xfrm>
            <a:prstGeom prst="straightConnector1">
              <a:avLst/>
            </a:prstGeom>
            <a:noFill/>
            <a:ln cap="flat" cmpd="sng" w="9525">
              <a:solidFill>
                <a:schemeClr val="dk1"/>
              </a:solidFill>
              <a:prstDash val="solid"/>
              <a:round/>
              <a:headEnd len="med" w="med" type="none"/>
              <a:tailEnd len="med" w="med" type="none"/>
            </a:ln>
          </p:spPr>
        </p:cxnSp>
        <p:cxnSp>
          <p:nvCxnSpPr>
            <p:cNvPr id="254" name="Google Shape;254;p15"/>
            <p:cNvCxnSpPr>
              <a:endCxn id="252" idx="0"/>
            </p:cNvCxnSpPr>
            <p:nvPr/>
          </p:nvCxnSpPr>
          <p:spPr>
            <a:xfrm>
              <a:off x="4000500" y="4781089"/>
              <a:ext cx="0" cy="165900"/>
            </a:xfrm>
            <a:prstGeom prst="straightConnector1">
              <a:avLst/>
            </a:prstGeom>
            <a:noFill/>
            <a:ln cap="flat" cmpd="sng" w="9525">
              <a:solidFill>
                <a:schemeClr val="dk1"/>
              </a:solidFill>
              <a:prstDash val="solid"/>
              <a:round/>
              <a:headEnd len="med" w="med" type="none"/>
              <a:tailEnd len="med" w="med" type="none"/>
            </a:ln>
          </p:spPr>
        </p:cxnSp>
      </p:grpSp>
      <p:sp>
        <p:nvSpPr>
          <p:cNvPr id="255" name="Google Shape;255;p15"/>
          <p:cNvSpPr txBox="1"/>
          <p:nvPr/>
        </p:nvSpPr>
        <p:spPr>
          <a:xfrm>
            <a:off x="3567496" y="4578538"/>
            <a:ext cx="380901"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p</a:t>
            </a:r>
            <a:endParaRPr/>
          </a:p>
        </p:txBody>
      </p:sp>
      <p:sp>
        <p:nvSpPr>
          <p:cNvPr id="256" name="Google Shape;256;p15"/>
          <p:cNvSpPr txBox="1"/>
          <p:nvPr/>
        </p:nvSpPr>
        <p:spPr>
          <a:xfrm>
            <a:off x="3567496" y="5059702"/>
            <a:ext cx="380901"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q</a:t>
            </a:r>
            <a:endParaRPr/>
          </a:p>
        </p:txBody>
      </p:sp>
      <p:grpSp>
        <p:nvGrpSpPr>
          <p:cNvPr id="257" name="Google Shape;257;p15"/>
          <p:cNvGrpSpPr/>
          <p:nvPr/>
        </p:nvGrpSpPr>
        <p:grpSpPr>
          <a:xfrm>
            <a:off x="3757946" y="3877016"/>
            <a:ext cx="1561693" cy="2020885"/>
            <a:chOff x="6057900" y="4232915"/>
            <a:chExt cx="1562100" cy="2020885"/>
          </a:xfrm>
        </p:grpSpPr>
        <p:sp>
          <p:nvSpPr>
            <p:cNvPr id="258" name="Google Shape;258;p15"/>
            <p:cNvSpPr txBox="1"/>
            <p:nvPr/>
          </p:nvSpPr>
          <p:spPr>
            <a:xfrm>
              <a:off x="6096000" y="4398881"/>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h</a:t>
              </a:r>
              <a:endParaRPr/>
            </a:p>
          </p:txBody>
        </p:sp>
        <p:sp>
          <p:nvSpPr>
            <p:cNvPr id="259" name="Google Shape;259;p15"/>
            <p:cNvSpPr txBox="1"/>
            <p:nvPr/>
          </p:nvSpPr>
          <p:spPr>
            <a:xfrm>
              <a:off x="6781800" y="4934436"/>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f</a:t>
              </a:r>
              <a:endParaRPr/>
            </a:p>
          </p:txBody>
        </p:sp>
        <p:sp>
          <p:nvSpPr>
            <p:cNvPr id="260" name="Google Shape;260;p15"/>
            <p:cNvSpPr txBox="1"/>
            <p:nvPr/>
          </p:nvSpPr>
          <p:spPr>
            <a:xfrm>
              <a:off x="6781800" y="4398881"/>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r</a:t>
              </a:r>
              <a:endParaRPr/>
            </a:p>
          </p:txBody>
        </p:sp>
        <p:sp>
          <p:nvSpPr>
            <p:cNvPr id="261" name="Google Shape;261;p15"/>
            <p:cNvSpPr txBox="1"/>
            <p:nvPr/>
          </p:nvSpPr>
          <p:spPr>
            <a:xfrm>
              <a:off x="6324600" y="4934436"/>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q</a:t>
              </a:r>
              <a:endParaRPr/>
            </a:p>
          </p:txBody>
        </p:sp>
        <p:sp>
          <p:nvSpPr>
            <p:cNvPr id="262" name="Google Shape;262;p15"/>
            <p:cNvSpPr txBox="1"/>
            <p:nvPr/>
          </p:nvSpPr>
          <p:spPr>
            <a:xfrm>
              <a:off x="6553200" y="5415600"/>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c</a:t>
              </a:r>
              <a:endParaRPr/>
            </a:p>
          </p:txBody>
        </p:sp>
        <p:sp>
          <p:nvSpPr>
            <p:cNvPr id="263" name="Google Shape;263;p15"/>
            <p:cNvSpPr txBox="1"/>
            <p:nvPr/>
          </p:nvSpPr>
          <p:spPr>
            <a:xfrm>
              <a:off x="6858000" y="5469992"/>
              <a:ext cx="762000" cy="33890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G</a:t>
              </a:r>
              <a:endParaRPr/>
            </a:p>
          </p:txBody>
        </p:sp>
        <p:sp>
          <p:nvSpPr>
            <p:cNvPr id="264" name="Google Shape;264;p15"/>
            <p:cNvSpPr txBox="1"/>
            <p:nvPr/>
          </p:nvSpPr>
          <p:spPr>
            <a:xfrm>
              <a:off x="6553200" y="5884211"/>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a</a:t>
              </a:r>
              <a:endParaRPr/>
            </a:p>
          </p:txBody>
        </p:sp>
        <p:cxnSp>
          <p:nvCxnSpPr>
            <p:cNvPr id="265" name="Google Shape;265;p15"/>
            <p:cNvCxnSpPr>
              <a:stCxn id="266" idx="2"/>
              <a:endCxn id="258" idx="0"/>
            </p:cNvCxnSpPr>
            <p:nvPr/>
          </p:nvCxnSpPr>
          <p:spPr>
            <a:xfrm flipH="1">
              <a:off x="6286500" y="4232915"/>
              <a:ext cx="381000" cy="165900"/>
            </a:xfrm>
            <a:prstGeom prst="straightConnector1">
              <a:avLst/>
            </a:prstGeom>
            <a:noFill/>
            <a:ln cap="flat" cmpd="sng" w="9525">
              <a:solidFill>
                <a:schemeClr val="dk1"/>
              </a:solidFill>
              <a:prstDash val="solid"/>
              <a:round/>
              <a:headEnd len="med" w="med" type="none"/>
              <a:tailEnd len="med" w="med" type="none"/>
            </a:ln>
          </p:spPr>
        </p:cxnSp>
        <p:cxnSp>
          <p:nvCxnSpPr>
            <p:cNvPr id="267" name="Google Shape;267;p15"/>
            <p:cNvCxnSpPr>
              <a:stCxn id="266" idx="2"/>
              <a:endCxn id="260" idx="0"/>
            </p:cNvCxnSpPr>
            <p:nvPr/>
          </p:nvCxnSpPr>
          <p:spPr>
            <a:xfrm>
              <a:off x="6667500" y="4232915"/>
              <a:ext cx="304800" cy="165900"/>
            </a:xfrm>
            <a:prstGeom prst="straightConnector1">
              <a:avLst/>
            </a:prstGeom>
            <a:noFill/>
            <a:ln cap="flat" cmpd="sng" w="9525">
              <a:solidFill>
                <a:schemeClr val="dk1"/>
              </a:solidFill>
              <a:prstDash val="solid"/>
              <a:round/>
              <a:headEnd len="med" w="med" type="none"/>
              <a:tailEnd len="med" w="med" type="none"/>
            </a:ln>
          </p:spPr>
        </p:cxnSp>
        <p:cxnSp>
          <p:nvCxnSpPr>
            <p:cNvPr id="268" name="Google Shape;268;p15"/>
            <p:cNvCxnSpPr>
              <a:stCxn id="258" idx="2"/>
              <a:endCxn id="255" idx="0"/>
            </p:cNvCxnSpPr>
            <p:nvPr/>
          </p:nvCxnSpPr>
          <p:spPr>
            <a:xfrm flipH="1">
              <a:off x="6057900" y="4768470"/>
              <a:ext cx="228600" cy="165900"/>
            </a:xfrm>
            <a:prstGeom prst="straightConnector1">
              <a:avLst/>
            </a:prstGeom>
            <a:noFill/>
            <a:ln cap="flat" cmpd="sng" w="9525">
              <a:solidFill>
                <a:schemeClr val="dk1"/>
              </a:solidFill>
              <a:prstDash val="solid"/>
              <a:round/>
              <a:headEnd len="med" w="med" type="none"/>
              <a:tailEnd len="med" w="med" type="none"/>
            </a:ln>
          </p:spPr>
        </p:cxnSp>
        <p:cxnSp>
          <p:nvCxnSpPr>
            <p:cNvPr id="269" name="Google Shape;269;p15"/>
            <p:cNvCxnSpPr>
              <a:stCxn id="258" idx="2"/>
              <a:endCxn id="261" idx="0"/>
            </p:cNvCxnSpPr>
            <p:nvPr/>
          </p:nvCxnSpPr>
          <p:spPr>
            <a:xfrm>
              <a:off x="6286500" y="4768470"/>
              <a:ext cx="228600" cy="165900"/>
            </a:xfrm>
            <a:prstGeom prst="straightConnector1">
              <a:avLst/>
            </a:prstGeom>
            <a:noFill/>
            <a:ln cap="flat" cmpd="sng" w="9525">
              <a:solidFill>
                <a:schemeClr val="dk1"/>
              </a:solidFill>
              <a:prstDash val="solid"/>
              <a:round/>
              <a:headEnd len="med" w="med" type="none"/>
              <a:tailEnd len="med" w="med" type="none"/>
            </a:ln>
          </p:spPr>
        </p:cxnSp>
        <p:cxnSp>
          <p:nvCxnSpPr>
            <p:cNvPr id="270" name="Google Shape;270;p15"/>
            <p:cNvCxnSpPr>
              <a:stCxn id="260" idx="2"/>
              <a:endCxn id="259" idx="0"/>
            </p:cNvCxnSpPr>
            <p:nvPr/>
          </p:nvCxnSpPr>
          <p:spPr>
            <a:xfrm>
              <a:off x="6972300" y="4768470"/>
              <a:ext cx="0" cy="165900"/>
            </a:xfrm>
            <a:prstGeom prst="straightConnector1">
              <a:avLst/>
            </a:prstGeom>
            <a:noFill/>
            <a:ln cap="flat" cmpd="sng" w="9525">
              <a:solidFill>
                <a:schemeClr val="dk1"/>
              </a:solidFill>
              <a:prstDash val="solid"/>
              <a:round/>
              <a:headEnd len="med" w="med" type="none"/>
              <a:tailEnd len="med" w="med" type="none"/>
            </a:ln>
          </p:spPr>
        </p:cxnSp>
        <p:cxnSp>
          <p:nvCxnSpPr>
            <p:cNvPr id="271" name="Google Shape;271;p15"/>
            <p:cNvCxnSpPr>
              <a:stCxn id="255" idx="2"/>
              <a:endCxn id="256" idx="0"/>
            </p:cNvCxnSpPr>
            <p:nvPr/>
          </p:nvCxnSpPr>
          <p:spPr>
            <a:xfrm>
              <a:off x="6057901" y="5304026"/>
              <a:ext cx="0" cy="111600"/>
            </a:xfrm>
            <a:prstGeom prst="straightConnector1">
              <a:avLst/>
            </a:prstGeom>
            <a:noFill/>
            <a:ln cap="flat" cmpd="sng" w="9525">
              <a:solidFill>
                <a:schemeClr val="dk1"/>
              </a:solidFill>
              <a:prstDash val="solid"/>
              <a:round/>
              <a:headEnd len="med" w="med" type="none"/>
              <a:tailEnd len="med" w="med" type="none"/>
            </a:ln>
          </p:spPr>
        </p:cxnSp>
        <p:cxnSp>
          <p:nvCxnSpPr>
            <p:cNvPr id="272" name="Google Shape;272;p15"/>
            <p:cNvCxnSpPr>
              <a:stCxn id="259" idx="2"/>
              <a:endCxn id="262" idx="0"/>
            </p:cNvCxnSpPr>
            <p:nvPr/>
          </p:nvCxnSpPr>
          <p:spPr>
            <a:xfrm flipH="1">
              <a:off x="6743700" y="5304025"/>
              <a:ext cx="228600" cy="11160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5"/>
            <p:cNvCxnSpPr>
              <a:stCxn id="259" idx="2"/>
              <a:endCxn id="263" idx="0"/>
            </p:cNvCxnSpPr>
            <p:nvPr/>
          </p:nvCxnSpPr>
          <p:spPr>
            <a:xfrm>
              <a:off x="6972300" y="5304025"/>
              <a:ext cx="266700" cy="165900"/>
            </a:xfrm>
            <a:prstGeom prst="straightConnector1">
              <a:avLst/>
            </a:prstGeom>
            <a:noFill/>
            <a:ln cap="flat" cmpd="sng" w="9525">
              <a:solidFill>
                <a:schemeClr val="dk1"/>
              </a:solidFill>
              <a:prstDash val="solid"/>
              <a:round/>
              <a:headEnd len="med" w="med" type="none"/>
              <a:tailEnd len="med" w="med" type="none"/>
            </a:ln>
          </p:spPr>
        </p:cxnSp>
        <p:cxnSp>
          <p:nvCxnSpPr>
            <p:cNvPr id="274" name="Google Shape;274;p15"/>
            <p:cNvCxnSpPr>
              <a:stCxn id="262" idx="2"/>
              <a:endCxn id="264" idx="0"/>
            </p:cNvCxnSpPr>
            <p:nvPr/>
          </p:nvCxnSpPr>
          <p:spPr>
            <a:xfrm>
              <a:off x="6743700" y="5785189"/>
              <a:ext cx="0" cy="99000"/>
            </a:xfrm>
            <a:prstGeom prst="straightConnector1">
              <a:avLst/>
            </a:prstGeom>
            <a:noFill/>
            <a:ln cap="flat" cmpd="sng" w="9525">
              <a:solidFill>
                <a:schemeClr val="dk1"/>
              </a:solidFill>
              <a:prstDash val="solid"/>
              <a:round/>
              <a:headEnd len="med" w="med" type="none"/>
              <a:tailEnd len="med" w="med" type="none"/>
            </a:ln>
          </p:spPr>
        </p:cxnSp>
      </p:grpSp>
      <p:grpSp>
        <p:nvGrpSpPr>
          <p:cNvPr id="275" name="Google Shape;275;p15"/>
          <p:cNvGrpSpPr/>
          <p:nvPr/>
        </p:nvGrpSpPr>
        <p:grpSpPr>
          <a:xfrm>
            <a:off x="5929080" y="3877016"/>
            <a:ext cx="380901" cy="493715"/>
            <a:chOff x="8229600" y="4232915"/>
            <a:chExt cx="381000" cy="493715"/>
          </a:xfrm>
        </p:grpSpPr>
        <p:sp>
          <p:nvSpPr>
            <p:cNvPr id="276" name="Google Shape;276;p15"/>
            <p:cNvSpPr txBox="1"/>
            <p:nvPr/>
          </p:nvSpPr>
          <p:spPr>
            <a:xfrm>
              <a:off x="8229600" y="4357041"/>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q</a:t>
              </a:r>
              <a:endParaRPr/>
            </a:p>
          </p:txBody>
        </p:sp>
        <p:cxnSp>
          <p:nvCxnSpPr>
            <p:cNvPr id="277" name="Google Shape;277;p15"/>
            <p:cNvCxnSpPr>
              <a:stCxn id="278" idx="2"/>
              <a:endCxn id="276" idx="0"/>
            </p:cNvCxnSpPr>
            <p:nvPr/>
          </p:nvCxnSpPr>
          <p:spPr>
            <a:xfrm>
              <a:off x="8420100" y="4232915"/>
              <a:ext cx="0" cy="124200"/>
            </a:xfrm>
            <a:prstGeom prst="straightConnector1">
              <a:avLst/>
            </a:prstGeom>
            <a:noFill/>
            <a:ln cap="flat" cmpd="sng" w="9525">
              <a:solidFill>
                <a:schemeClr val="dk1"/>
              </a:solidFill>
              <a:prstDash val="solid"/>
              <a:round/>
              <a:headEnd len="med" w="med" type="none"/>
              <a:tailEnd len="med" w="med" type="none"/>
            </a:ln>
          </p:spPr>
        </p:cxnSp>
      </p:grpSp>
      <p:cxnSp>
        <p:nvCxnSpPr>
          <p:cNvPr id="279" name="Google Shape;279;p15"/>
          <p:cNvCxnSpPr>
            <a:stCxn id="280" idx="2"/>
            <a:endCxn id="281" idx="0"/>
          </p:cNvCxnSpPr>
          <p:nvPr/>
        </p:nvCxnSpPr>
        <p:spPr>
          <a:xfrm flipH="1">
            <a:off x="2158064" y="4412572"/>
            <a:ext cx="381000" cy="165900"/>
          </a:xfrm>
          <a:prstGeom prst="straightConnector1">
            <a:avLst/>
          </a:prstGeom>
          <a:noFill/>
          <a:ln cap="flat" cmpd="sng" w="9525">
            <a:solidFill>
              <a:schemeClr val="dk1"/>
            </a:solidFill>
            <a:prstDash val="solid"/>
            <a:round/>
            <a:headEnd len="med" w="med" type="none"/>
            <a:tailEnd len="med" w="med" type="none"/>
          </a:ln>
        </p:spPr>
      </p:cxnSp>
      <p:cxnSp>
        <p:nvCxnSpPr>
          <p:cNvPr id="282" name="Google Shape;282;p15"/>
          <p:cNvCxnSpPr>
            <a:stCxn id="280" idx="2"/>
            <a:endCxn id="283" idx="0"/>
          </p:cNvCxnSpPr>
          <p:nvPr/>
        </p:nvCxnSpPr>
        <p:spPr>
          <a:xfrm>
            <a:off x="2539064" y="4412572"/>
            <a:ext cx="304800" cy="165900"/>
          </a:xfrm>
          <a:prstGeom prst="straightConnector1">
            <a:avLst/>
          </a:prstGeom>
          <a:noFill/>
          <a:ln cap="flat" cmpd="sng" w="9525">
            <a:solidFill>
              <a:schemeClr val="dk1"/>
            </a:solidFill>
            <a:prstDash val="solid"/>
            <a:round/>
            <a:headEnd len="med" w="med" type="none"/>
            <a:tailEnd len="med" w="med" type="none"/>
          </a:ln>
        </p:spPr>
      </p:cxnSp>
      <p:grpSp>
        <p:nvGrpSpPr>
          <p:cNvPr id="284" name="Google Shape;284;p15"/>
          <p:cNvGrpSpPr/>
          <p:nvPr/>
        </p:nvGrpSpPr>
        <p:grpSpPr>
          <a:xfrm>
            <a:off x="2158163" y="4948128"/>
            <a:ext cx="418991" cy="535555"/>
            <a:chOff x="4457700" y="5304026"/>
            <a:chExt cx="419100" cy="535555"/>
          </a:xfrm>
        </p:grpSpPr>
        <p:sp>
          <p:nvSpPr>
            <p:cNvPr id="285" name="Google Shape;285;p15"/>
            <p:cNvSpPr txBox="1"/>
            <p:nvPr/>
          </p:nvSpPr>
          <p:spPr>
            <a:xfrm>
              <a:off x="4495800" y="5469992"/>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q</a:t>
              </a:r>
              <a:endParaRPr/>
            </a:p>
          </p:txBody>
        </p:sp>
        <p:cxnSp>
          <p:nvCxnSpPr>
            <p:cNvPr id="286" name="Google Shape;286;p15"/>
            <p:cNvCxnSpPr>
              <a:stCxn id="281" idx="2"/>
              <a:endCxn id="285" idx="0"/>
            </p:cNvCxnSpPr>
            <p:nvPr/>
          </p:nvCxnSpPr>
          <p:spPr>
            <a:xfrm>
              <a:off x="4457700" y="5304026"/>
              <a:ext cx="228600" cy="165900"/>
            </a:xfrm>
            <a:prstGeom prst="straightConnector1">
              <a:avLst/>
            </a:prstGeom>
            <a:noFill/>
            <a:ln cap="flat" cmpd="sng" w="9525">
              <a:solidFill>
                <a:schemeClr val="dk1"/>
              </a:solidFill>
              <a:prstDash val="solid"/>
              <a:round/>
              <a:headEnd len="med" w="med" type="none"/>
              <a:tailEnd len="med" w="med" type="none"/>
            </a:ln>
          </p:spPr>
        </p:cxnSp>
      </p:grpSp>
      <p:cxnSp>
        <p:nvCxnSpPr>
          <p:cNvPr id="287" name="Google Shape;287;p15"/>
          <p:cNvCxnSpPr>
            <a:stCxn id="283" idx="2"/>
            <a:endCxn id="288" idx="0"/>
          </p:cNvCxnSpPr>
          <p:nvPr/>
        </p:nvCxnSpPr>
        <p:spPr>
          <a:xfrm>
            <a:off x="2843785" y="4948128"/>
            <a:ext cx="0" cy="165900"/>
          </a:xfrm>
          <a:prstGeom prst="straightConnector1">
            <a:avLst/>
          </a:prstGeom>
          <a:noFill/>
          <a:ln cap="flat" cmpd="sng" w="9525">
            <a:solidFill>
              <a:schemeClr val="dk1"/>
            </a:solidFill>
            <a:prstDash val="solid"/>
            <a:round/>
            <a:headEnd len="med" w="med" type="none"/>
            <a:tailEnd len="med" w="med" type="none"/>
          </a:ln>
        </p:spPr>
      </p:cxnSp>
      <p:grpSp>
        <p:nvGrpSpPr>
          <p:cNvPr id="289" name="Google Shape;289;p15"/>
          <p:cNvGrpSpPr/>
          <p:nvPr/>
        </p:nvGrpSpPr>
        <p:grpSpPr>
          <a:xfrm>
            <a:off x="1739172" y="4948128"/>
            <a:ext cx="418991" cy="1016719"/>
            <a:chOff x="4038600" y="5304026"/>
            <a:chExt cx="419100" cy="1016719"/>
          </a:xfrm>
        </p:grpSpPr>
        <p:sp>
          <p:nvSpPr>
            <p:cNvPr id="290" name="Google Shape;290;p15"/>
            <p:cNvSpPr txBox="1"/>
            <p:nvPr/>
          </p:nvSpPr>
          <p:spPr>
            <a:xfrm>
              <a:off x="4038600" y="5469992"/>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p</a:t>
              </a:r>
              <a:endParaRPr/>
            </a:p>
          </p:txBody>
        </p:sp>
        <p:sp>
          <p:nvSpPr>
            <p:cNvPr id="291" name="Google Shape;291;p15"/>
            <p:cNvSpPr txBox="1"/>
            <p:nvPr/>
          </p:nvSpPr>
          <p:spPr>
            <a:xfrm>
              <a:off x="4038600" y="5951156"/>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q</a:t>
              </a:r>
              <a:endParaRPr/>
            </a:p>
          </p:txBody>
        </p:sp>
        <p:cxnSp>
          <p:nvCxnSpPr>
            <p:cNvPr id="292" name="Google Shape;292;p15"/>
            <p:cNvCxnSpPr>
              <a:stCxn id="281" idx="2"/>
              <a:endCxn id="290" idx="0"/>
            </p:cNvCxnSpPr>
            <p:nvPr/>
          </p:nvCxnSpPr>
          <p:spPr>
            <a:xfrm flipH="1">
              <a:off x="4229100" y="5304026"/>
              <a:ext cx="228600" cy="165900"/>
            </a:xfrm>
            <a:prstGeom prst="straightConnector1">
              <a:avLst/>
            </a:prstGeom>
            <a:noFill/>
            <a:ln cap="flat" cmpd="sng" w="9525">
              <a:solidFill>
                <a:schemeClr val="dk1"/>
              </a:solidFill>
              <a:prstDash val="solid"/>
              <a:round/>
              <a:headEnd len="med" w="med" type="none"/>
              <a:tailEnd len="med" w="med" type="none"/>
            </a:ln>
          </p:spPr>
        </p:cxnSp>
        <p:cxnSp>
          <p:nvCxnSpPr>
            <p:cNvPr id="293" name="Google Shape;293;p15"/>
            <p:cNvCxnSpPr>
              <a:stCxn id="290" idx="2"/>
              <a:endCxn id="291" idx="0"/>
            </p:cNvCxnSpPr>
            <p:nvPr/>
          </p:nvCxnSpPr>
          <p:spPr>
            <a:xfrm>
              <a:off x="4229100" y="5839581"/>
              <a:ext cx="0" cy="111600"/>
            </a:xfrm>
            <a:prstGeom prst="straightConnector1">
              <a:avLst/>
            </a:prstGeom>
            <a:noFill/>
            <a:ln cap="flat" cmpd="sng" w="9525">
              <a:solidFill>
                <a:schemeClr val="dk1"/>
              </a:solidFill>
              <a:prstDash val="solid"/>
              <a:round/>
              <a:headEnd len="med" w="med" type="none"/>
              <a:tailEnd len="med" w="med" type="none"/>
            </a:ln>
          </p:spPr>
        </p:cxnSp>
      </p:grpSp>
      <p:cxnSp>
        <p:nvCxnSpPr>
          <p:cNvPr id="294" name="Google Shape;294;p15"/>
          <p:cNvCxnSpPr>
            <a:stCxn id="288" idx="2"/>
            <a:endCxn id="295" idx="0"/>
          </p:cNvCxnSpPr>
          <p:nvPr/>
        </p:nvCxnSpPr>
        <p:spPr>
          <a:xfrm flipH="1">
            <a:off x="2615185" y="5483683"/>
            <a:ext cx="228600" cy="111600"/>
          </a:xfrm>
          <a:prstGeom prst="straightConnector1">
            <a:avLst/>
          </a:prstGeom>
          <a:noFill/>
          <a:ln cap="flat" cmpd="sng" w="9525">
            <a:solidFill>
              <a:schemeClr val="dk1"/>
            </a:solidFill>
            <a:prstDash val="solid"/>
            <a:round/>
            <a:headEnd len="med" w="med" type="none"/>
            <a:tailEnd len="med" w="med" type="none"/>
          </a:ln>
        </p:spPr>
      </p:cxnSp>
      <p:cxnSp>
        <p:nvCxnSpPr>
          <p:cNvPr id="296" name="Google Shape;296;p15"/>
          <p:cNvCxnSpPr>
            <a:stCxn id="288" idx="2"/>
            <a:endCxn id="297" idx="0"/>
          </p:cNvCxnSpPr>
          <p:nvPr/>
        </p:nvCxnSpPr>
        <p:spPr>
          <a:xfrm>
            <a:off x="2843785" y="5483683"/>
            <a:ext cx="266700" cy="165900"/>
          </a:xfrm>
          <a:prstGeom prst="straightConnector1">
            <a:avLst/>
          </a:prstGeom>
          <a:noFill/>
          <a:ln cap="flat" cmpd="sng" w="9525">
            <a:solidFill>
              <a:schemeClr val="dk1"/>
            </a:solidFill>
            <a:prstDash val="solid"/>
            <a:round/>
            <a:headEnd len="med" w="med" type="none"/>
            <a:tailEnd len="med" w="med" type="none"/>
          </a:ln>
        </p:spPr>
      </p:cxnSp>
      <p:grpSp>
        <p:nvGrpSpPr>
          <p:cNvPr id="298" name="Google Shape;298;p15"/>
          <p:cNvGrpSpPr/>
          <p:nvPr/>
        </p:nvGrpSpPr>
        <p:grpSpPr>
          <a:xfrm>
            <a:off x="2424793" y="5964847"/>
            <a:ext cx="380901" cy="468611"/>
            <a:chOff x="4724400" y="6320745"/>
            <a:chExt cx="381000" cy="468611"/>
          </a:xfrm>
        </p:grpSpPr>
        <p:sp>
          <p:nvSpPr>
            <p:cNvPr id="299" name="Google Shape;299;p15"/>
            <p:cNvSpPr txBox="1"/>
            <p:nvPr/>
          </p:nvSpPr>
          <p:spPr>
            <a:xfrm>
              <a:off x="4724400" y="6419767"/>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a</a:t>
              </a:r>
              <a:endParaRPr/>
            </a:p>
          </p:txBody>
        </p:sp>
        <p:cxnSp>
          <p:nvCxnSpPr>
            <p:cNvPr id="300" name="Google Shape;300;p15"/>
            <p:cNvCxnSpPr>
              <a:stCxn id="295" idx="2"/>
              <a:endCxn id="299" idx="0"/>
            </p:cNvCxnSpPr>
            <p:nvPr/>
          </p:nvCxnSpPr>
          <p:spPr>
            <a:xfrm>
              <a:off x="4914900" y="6320745"/>
              <a:ext cx="0" cy="99000"/>
            </a:xfrm>
            <a:prstGeom prst="straightConnector1">
              <a:avLst/>
            </a:prstGeom>
            <a:noFill/>
            <a:ln cap="flat" cmpd="sng" w="9525">
              <a:solidFill>
                <a:schemeClr val="dk1"/>
              </a:solidFill>
              <a:prstDash val="solid"/>
              <a:round/>
              <a:headEnd len="med" w="med" type="none"/>
              <a:tailEnd len="med" w="med" type="none"/>
            </a:ln>
          </p:spPr>
        </p:cxnSp>
      </p:grpSp>
      <p:cxnSp>
        <p:nvCxnSpPr>
          <p:cNvPr id="301" name="Google Shape;301;p15"/>
          <p:cNvCxnSpPr>
            <a:stCxn id="248" idx="2"/>
            <a:endCxn id="280" idx="0"/>
          </p:cNvCxnSpPr>
          <p:nvPr/>
        </p:nvCxnSpPr>
        <p:spPr>
          <a:xfrm>
            <a:off x="1548722" y="3943960"/>
            <a:ext cx="990300" cy="99000"/>
          </a:xfrm>
          <a:prstGeom prst="straightConnector1">
            <a:avLst/>
          </a:prstGeom>
          <a:noFill/>
          <a:ln cap="flat" cmpd="sng" w="9525">
            <a:solidFill>
              <a:schemeClr val="dk1"/>
            </a:solidFill>
            <a:prstDash val="solid"/>
            <a:round/>
            <a:headEnd len="med" w="med" type="none"/>
            <a:tailEnd len="med" w="med" type="none"/>
          </a:ln>
        </p:spPr>
      </p:cxnSp>
      <p:cxnSp>
        <p:nvCxnSpPr>
          <p:cNvPr id="302" name="Google Shape;302;p15"/>
          <p:cNvCxnSpPr>
            <a:stCxn id="303" idx="2"/>
            <a:endCxn id="248" idx="0"/>
          </p:cNvCxnSpPr>
          <p:nvPr/>
        </p:nvCxnSpPr>
        <p:spPr>
          <a:xfrm flipH="1">
            <a:off x="1548687" y="3416772"/>
            <a:ext cx="2437800" cy="157500"/>
          </a:xfrm>
          <a:prstGeom prst="straightConnector1">
            <a:avLst/>
          </a:prstGeom>
          <a:noFill/>
          <a:ln cap="flat" cmpd="sng" w="9525">
            <a:solidFill>
              <a:schemeClr val="dk1"/>
            </a:solidFill>
            <a:prstDash val="solid"/>
            <a:round/>
            <a:headEnd len="med" w="med" type="none"/>
            <a:tailEnd len="med" w="med" type="none"/>
          </a:ln>
        </p:spPr>
      </p:cxnSp>
      <p:cxnSp>
        <p:nvCxnSpPr>
          <p:cNvPr id="304" name="Google Shape;304;p15"/>
          <p:cNvCxnSpPr>
            <a:stCxn id="303" idx="2"/>
            <a:endCxn id="266" idx="0"/>
          </p:cNvCxnSpPr>
          <p:nvPr/>
        </p:nvCxnSpPr>
        <p:spPr>
          <a:xfrm>
            <a:off x="3986487" y="3416772"/>
            <a:ext cx="381000" cy="90600"/>
          </a:xfrm>
          <a:prstGeom prst="straightConnector1">
            <a:avLst/>
          </a:prstGeom>
          <a:noFill/>
          <a:ln cap="flat" cmpd="sng" w="9525">
            <a:solidFill>
              <a:schemeClr val="dk1"/>
            </a:solidFill>
            <a:prstDash val="solid"/>
            <a:round/>
            <a:headEnd len="med" w="med" type="none"/>
            <a:tailEnd len="med" w="med" type="none"/>
          </a:ln>
        </p:spPr>
      </p:cxnSp>
      <p:cxnSp>
        <p:nvCxnSpPr>
          <p:cNvPr id="305" name="Google Shape;305;p15"/>
          <p:cNvCxnSpPr>
            <a:stCxn id="303" idx="2"/>
            <a:endCxn id="278" idx="0"/>
          </p:cNvCxnSpPr>
          <p:nvPr/>
        </p:nvCxnSpPr>
        <p:spPr>
          <a:xfrm>
            <a:off x="3986487" y="3416772"/>
            <a:ext cx="2133000" cy="90600"/>
          </a:xfrm>
          <a:prstGeom prst="straightConnector1">
            <a:avLst/>
          </a:prstGeom>
          <a:noFill/>
          <a:ln cap="flat" cmpd="sng" w="9525">
            <a:solidFill>
              <a:schemeClr val="dk1"/>
            </a:solidFill>
            <a:prstDash val="solid"/>
            <a:round/>
            <a:headEnd len="med" w="med" type="none"/>
            <a:tailEnd len="med" w="med" type="none"/>
          </a:ln>
        </p:spPr>
      </p:cxnSp>
      <p:cxnSp>
        <p:nvCxnSpPr>
          <p:cNvPr id="306" name="Google Shape;306;p15"/>
          <p:cNvCxnSpPr/>
          <p:nvPr/>
        </p:nvCxnSpPr>
        <p:spPr>
          <a:xfrm flipH="1">
            <a:off x="1586811" y="3418290"/>
            <a:ext cx="2371991" cy="188211"/>
          </a:xfrm>
          <a:prstGeom prst="straightConnector1">
            <a:avLst/>
          </a:prstGeom>
          <a:noFill/>
          <a:ln cap="flat" cmpd="sng" w="38100">
            <a:solidFill>
              <a:srgbClr val="CC0000"/>
            </a:solidFill>
            <a:prstDash val="solid"/>
            <a:round/>
            <a:headEnd len="med" w="med" type="none"/>
            <a:tailEnd len="med" w="med" type="none"/>
          </a:ln>
        </p:spPr>
      </p:cxnSp>
      <p:cxnSp>
        <p:nvCxnSpPr>
          <p:cNvPr id="307" name="Google Shape;307;p15"/>
          <p:cNvCxnSpPr/>
          <p:nvPr/>
        </p:nvCxnSpPr>
        <p:spPr>
          <a:xfrm>
            <a:off x="1541850" y="3920827"/>
            <a:ext cx="990342" cy="142875"/>
          </a:xfrm>
          <a:prstGeom prst="straightConnector1">
            <a:avLst/>
          </a:prstGeom>
          <a:noFill/>
          <a:ln cap="flat" cmpd="sng" w="38100">
            <a:solidFill>
              <a:srgbClr val="CC0000"/>
            </a:solidFill>
            <a:prstDash val="solid"/>
            <a:round/>
            <a:headEnd len="med" w="med" type="none"/>
            <a:tailEnd len="med" w="med" type="none"/>
          </a:ln>
        </p:spPr>
      </p:cxnSp>
      <p:grpSp>
        <p:nvGrpSpPr>
          <p:cNvPr id="308" name="Google Shape;308;p15"/>
          <p:cNvGrpSpPr/>
          <p:nvPr/>
        </p:nvGrpSpPr>
        <p:grpSpPr>
          <a:xfrm>
            <a:off x="4781617" y="1015706"/>
            <a:ext cx="3204328" cy="1768475"/>
            <a:chOff x="816" y="1056"/>
            <a:chExt cx="4176" cy="2304"/>
          </a:xfrm>
        </p:grpSpPr>
        <p:grpSp>
          <p:nvGrpSpPr>
            <p:cNvPr id="309" name="Google Shape;309;p15"/>
            <p:cNvGrpSpPr/>
            <p:nvPr/>
          </p:nvGrpSpPr>
          <p:grpSpPr>
            <a:xfrm>
              <a:off x="816" y="1056"/>
              <a:ext cx="4176" cy="2304"/>
              <a:chOff x="336" y="576"/>
              <a:chExt cx="4848" cy="2784"/>
            </a:xfrm>
          </p:grpSpPr>
          <p:sp>
            <p:nvSpPr>
              <p:cNvPr id="310" name="Google Shape;310;p15"/>
              <p:cNvSpPr/>
              <p:nvPr/>
            </p:nvSpPr>
            <p:spPr>
              <a:xfrm>
                <a:off x="336" y="2208"/>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S</a:t>
                </a:r>
                <a:endParaRPr/>
              </a:p>
            </p:txBody>
          </p:sp>
          <p:sp>
            <p:nvSpPr>
              <p:cNvPr id="311" name="Google Shape;311;p15"/>
              <p:cNvSpPr/>
              <p:nvPr/>
            </p:nvSpPr>
            <p:spPr>
              <a:xfrm>
                <a:off x="4704" y="57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G</a:t>
                </a:r>
                <a:endParaRPr/>
              </a:p>
            </p:txBody>
          </p:sp>
          <p:sp>
            <p:nvSpPr>
              <p:cNvPr id="312" name="Google Shape;312;p15"/>
              <p:cNvSpPr/>
              <p:nvPr/>
            </p:nvSpPr>
            <p:spPr>
              <a:xfrm>
                <a:off x="1728" y="177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d</a:t>
                </a:r>
                <a:endParaRPr/>
              </a:p>
            </p:txBody>
          </p:sp>
          <p:sp>
            <p:nvSpPr>
              <p:cNvPr id="313" name="Google Shape;313;p15"/>
              <p:cNvSpPr/>
              <p:nvPr/>
            </p:nvSpPr>
            <p:spPr>
              <a:xfrm>
                <a:off x="720" y="105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b</a:t>
                </a:r>
                <a:endParaRPr/>
              </a:p>
            </p:txBody>
          </p:sp>
          <p:sp>
            <p:nvSpPr>
              <p:cNvPr id="314" name="Google Shape;314;p15"/>
              <p:cNvSpPr/>
              <p:nvPr/>
            </p:nvSpPr>
            <p:spPr>
              <a:xfrm>
                <a:off x="1200" y="273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p</a:t>
                </a:r>
                <a:endParaRPr/>
              </a:p>
            </p:txBody>
          </p:sp>
          <p:sp>
            <p:nvSpPr>
              <p:cNvPr id="315" name="Google Shape;315;p15"/>
              <p:cNvSpPr/>
              <p:nvPr/>
            </p:nvSpPr>
            <p:spPr>
              <a:xfrm>
                <a:off x="2352" y="2880"/>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q</a:t>
                </a:r>
                <a:endParaRPr/>
              </a:p>
            </p:txBody>
          </p:sp>
          <p:sp>
            <p:nvSpPr>
              <p:cNvPr id="316" name="Google Shape;316;p15"/>
              <p:cNvSpPr/>
              <p:nvPr/>
            </p:nvSpPr>
            <p:spPr>
              <a:xfrm>
                <a:off x="2880" y="1008"/>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c</a:t>
                </a:r>
                <a:endParaRPr/>
              </a:p>
            </p:txBody>
          </p:sp>
          <p:sp>
            <p:nvSpPr>
              <p:cNvPr id="317" name="Google Shape;317;p15"/>
              <p:cNvSpPr/>
              <p:nvPr/>
            </p:nvSpPr>
            <p:spPr>
              <a:xfrm>
                <a:off x="3552" y="1584"/>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e</a:t>
                </a:r>
                <a:endParaRPr/>
              </a:p>
            </p:txBody>
          </p:sp>
          <p:sp>
            <p:nvSpPr>
              <p:cNvPr id="318" name="Google Shape;318;p15"/>
              <p:cNvSpPr/>
              <p:nvPr/>
            </p:nvSpPr>
            <p:spPr>
              <a:xfrm>
                <a:off x="3168" y="225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h</a:t>
                </a:r>
                <a:endParaRPr/>
              </a:p>
            </p:txBody>
          </p:sp>
          <p:sp>
            <p:nvSpPr>
              <p:cNvPr id="319" name="Google Shape;319;p15"/>
              <p:cNvSpPr/>
              <p:nvPr/>
            </p:nvSpPr>
            <p:spPr>
              <a:xfrm>
                <a:off x="1584" y="624"/>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a</a:t>
                </a:r>
                <a:endParaRPr/>
              </a:p>
            </p:txBody>
          </p:sp>
          <p:sp>
            <p:nvSpPr>
              <p:cNvPr id="320" name="Google Shape;320;p15"/>
              <p:cNvSpPr/>
              <p:nvPr/>
            </p:nvSpPr>
            <p:spPr>
              <a:xfrm>
                <a:off x="4560" y="1872"/>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f</a:t>
                </a:r>
                <a:endParaRPr/>
              </a:p>
            </p:txBody>
          </p:sp>
          <p:sp>
            <p:nvSpPr>
              <p:cNvPr id="321" name="Google Shape;321;p15"/>
              <p:cNvSpPr/>
              <p:nvPr/>
            </p:nvSpPr>
            <p:spPr>
              <a:xfrm>
                <a:off x="4368" y="273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r</a:t>
                </a:r>
                <a:endParaRPr/>
              </a:p>
            </p:txBody>
          </p:sp>
          <p:cxnSp>
            <p:nvCxnSpPr>
              <p:cNvPr id="322" name="Google Shape;322;p15"/>
              <p:cNvCxnSpPr>
                <a:stCxn id="310" idx="5"/>
                <a:endCxn id="314" idx="2"/>
              </p:cNvCxnSpPr>
              <p:nvPr/>
            </p:nvCxnSpPr>
            <p:spPr>
              <a:xfrm>
                <a:off x="746" y="2618"/>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323" name="Google Shape;323;p15"/>
              <p:cNvCxnSpPr>
                <a:stCxn id="314" idx="5"/>
                <a:endCxn id="315" idx="2"/>
              </p:cNvCxnSpPr>
              <p:nvPr/>
            </p:nvCxnSpPr>
            <p:spPr>
              <a:xfrm>
                <a:off x="1610" y="3146"/>
                <a:ext cx="600" cy="0"/>
              </a:xfrm>
              <a:prstGeom prst="straightConnector1">
                <a:avLst/>
              </a:prstGeom>
              <a:noFill/>
              <a:ln cap="flat" cmpd="sng" w="9525">
                <a:solidFill>
                  <a:schemeClr val="dk1"/>
                </a:solidFill>
                <a:prstDash val="solid"/>
                <a:round/>
                <a:headEnd len="med" w="med" type="none"/>
                <a:tailEnd len="med" w="med" type="triangle"/>
              </a:ln>
            </p:spPr>
          </p:cxnSp>
          <p:cxnSp>
            <p:nvCxnSpPr>
              <p:cNvPr id="324" name="Google Shape;324;p15"/>
              <p:cNvCxnSpPr>
                <a:stCxn id="318" idx="3"/>
                <a:endCxn id="315" idx="7"/>
              </p:cNvCxnSpPr>
              <p:nvPr/>
            </p:nvCxnSpPr>
            <p:spPr>
              <a:xfrm flipH="1">
                <a:off x="2638" y="2666"/>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325" name="Google Shape;325;p15"/>
              <p:cNvCxnSpPr>
                <a:stCxn id="318" idx="2"/>
                <a:endCxn id="314" idx="6"/>
              </p:cNvCxnSpPr>
              <p:nvPr/>
            </p:nvCxnSpPr>
            <p:spPr>
              <a:xfrm flipH="1">
                <a:off x="1668" y="2496"/>
                <a:ext cx="1500" cy="600"/>
              </a:xfrm>
              <a:prstGeom prst="straightConnector1">
                <a:avLst/>
              </a:prstGeom>
              <a:noFill/>
              <a:ln cap="flat" cmpd="sng" w="9525">
                <a:solidFill>
                  <a:schemeClr val="dk1"/>
                </a:solidFill>
                <a:prstDash val="solid"/>
                <a:round/>
                <a:headEnd len="med" w="med" type="none"/>
                <a:tailEnd len="med" w="med" type="triangle"/>
              </a:ln>
            </p:spPr>
          </p:cxnSp>
          <p:cxnSp>
            <p:nvCxnSpPr>
              <p:cNvPr id="326" name="Google Shape;326;p15"/>
              <p:cNvCxnSpPr>
                <a:stCxn id="317" idx="4"/>
                <a:endCxn id="318" idx="7"/>
              </p:cNvCxnSpPr>
              <p:nvPr/>
            </p:nvCxnSpPr>
            <p:spPr>
              <a:xfrm flipH="1">
                <a:off x="3492" y="2064"/>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327" name="Google Shape;327;p15"/>
              <p:cNvCxnSpPr>
                <a:stCxn id="317" idx="5"/>
                <a:endCxn id="321" idx="1"/>
              </p:cNvCxnSpPr>
              <p:nvPr/>
            </p:nvCxnSpPr>
            <p:spPr>
              <a:xfrm>
                <a:off x="3962" y="1994"/>
                <a:ext cx="600" cy="900"/>
              </a:xfrm>
              <a:prstGeom prst="straightConnector1">
                <a:avLst/>
              </a:prstGeom>
              <a:noFill/>
              <a:ln cap="flat" cmpd="sng" w="9525">
                <a:solidFill>
                  <a:schemeClr val="dk1"/>
                </a:solidFill>
                <a:prstDash val="solid"/>
                <a:round/>
                <a:headEnd len="med" w="med" type="none"/>
                <a:tailEnd len="med" w="med" type="triangle"/>
              </a:ln>
            </p:spPr>
          </p:cxnSp>
          <p:cxnSp>
            <p:nvCxnSpPr>
              <p:cNvPr id="328" name="Google Shape;328;p15"/>
              <p:cNvCxnSpPr>
                <a:stCxn id="321" idx="0"/>
                <a:endCxn id="320" idx="4"/>
              </p:cNvCxnSpPr>
              <p:nvPr/>
            </p:nvCxnSpPr>
            <p:spPr>
              <a:xfrm flipH="1" rot="10800000">
                <a:off x="4608" y="2436"/>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329" name="Google Shape;329;p15"/>
              <p:cNvCxnSpPr>
                <a:stCxn id="320" idx="0"/>
                <a:endCxn id="311" idx="4"/>
              </p:cNvCxnSpPr>
              <p:nvPr/>
            </p:nvCxnSpPr>
            <p:spPr>
              <a:xfrm rot="10800000">
                <a:off x="4800" y="972"/>
                <a:ext cx="0" cy="900"/>
              </a:xfrm>
              <a:prstGeom prst="straightConnector1">
                <a:avLst/>
              </a:prstGeom>
              <a:noFill/>
              <a:ln cap="flat" cmpd="sng" w="9525">
                <a:solidFill>
                  <a:schemeClr val="dk1"/>
                </a:solidFill>
                <a:prstDash val="solid"/>
                <a:round/>
                <a:headEnd len="med" w="med" type="none"/>
                <a:tailEnd len="med" w="med" type="triangle"/>
              </a:ln>
            </p:spPr>
          </p:cxnSp>
          <p:cxnSp>
            <p:nvCxnSpPr>
              <p:cNvPr id="330" name="Google Shape;330;p15"/>
              <p:cNvCxnSpPr>
                <a:stCxn id="310" idx="7"/>
              </p:cNvCxnSpPr>
              <p:nvPr/>
            </p:nvCxnSpPr>
            <p:spPr>
              <a:xfrm flipH="1" rot="10800000">
                <a:off x="746" y="1978"/>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331" name="Google Shape;331;p15"/>
              <p:cNvCxnSpPr>
                <a:stCxn id="312" idx="1"/>
                <a:endCxn id="313" idx="5"/>
              </p:cNvCxnSpPr>
              <p:nvPr/>
            </p:nvCxnSpPr>
            <p:spPr>
              <a:xfrm rot="10800000">
                <a:off x="1198" y="1546"/>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332" name="Google Shape;332;p15"/>
              <p:cNvCxnSpPr>
                <a:endCxn id="319" idx="2"/>
              </p:cNvCxnSpPr>
              <p:nvPr/>
            </p:nvCxnSpPr>
            <p:spPr>
              <a:xfrm flipH="1" rot="10800000">
                <a:off x="1284" y="864"/>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333" name="Google Shape;333;p15"/>
              <p:cNvCxnSpPr>
                <a:stCxn id="316" idx="2"/>
                <a:endCxn id="319" idx="6"/>
              </p:cNvCxnSpPr>
              <p:nvPr/>
            </p:nvCxnSpPr>
            <p:spPr>
              <a:xfrm rot="10800000">
                <a:off x="1980" y="948"/>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334" name="Google Shape;334;p15"/>
              <p:cNvCxnSpPr>
                <a:stCxn id="312" idx="7"/>
                <a:endCxn id="316" idx="3"/>
              </p:cNvCxnSpPr>
              <p:nvPr/>
            </p:nvCxnSpPr>
            <p:spPr>
              <a:xfrm flipH="1" rot="10800000">
                <a:off x="2138" y="1546"/>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335" name="Google Shape;335;p15"/>
              <p:cNvCxnSpPr>
                <a:stCxn id="312" idx="6"/>
                <a:endCxn id="317" idx="2"/>
              </p:cNvCxnSpPr>
              <p:nvPr/>
            </p:nvCxnSpPr>
            <p:spPr>
              <a:xfrm flipH="1" rot="10800000">
                <a:off x="2208" y="1716"/>
                <a:ext cx="1200" cy="300"/>
              </a:xfrm>
              <a:prstGeom prst="straightConnector1">
                <a:avLst/>
              </a:prstGeom>
              <a:noFill/>
              <a:ln cap="flat" cmpd="sng" w="9525">
                <a:solidFill>
                  <a:schemeClr val="dk1"/>
                </a:solidFill>
                <a:prstDash val="solid"/>
                <a:round/>
                <a:headEnd len="med" w="med" type="none"/>
                <a:tailEnd len="med" w="med" type="triangle"/>
              </a:ln>
            </p:spPr>
          </p:cxnSp>
          <p:cxnSp>
            <p:nvCxnSpPr>
              <p:cNvPr id="336" name="Google Shape;336;p15"/>
              <p:cNvCxnSpPr>
                <a:stCxn id="320" idx="1"/>
                <a:endCxn id="316" idx="6"/>
              </p:cNvCxnSpPr>
              <p:nvPr/>
            </p:nvCxnSpPr>
            <p:spPr>
              <a:xfrm flipH="1" rot="5400000">
                <a:off x="3730" y="1042"/>
                <a:ext cx="600" cy="1200"/>
              </a:xfrm>
              <a:prstGeom prst="curvedConnector2">
                <a:avLst/>
              </a:prstGeom>
              <a:noFill/>
              <a:ln cap="flat" cmpd="sng" w="9525">
                <a:solidFill>
                  <a:schemeClr val="dk1"/>
                </a:solidFill>
                <a:prstDash val="solid"/>
                <a:round/>
                <a:headEnd len="med" w="med" type="none"/>
                <a:tailEnd len="med" w="med" type="triangle"/>
              </a:ln>
            </p:spPr>
          </p:cxnSp>
          <p:cxnSp>
            <p:nvCxnSpPr>
              <p:cNvPr id="337" name="Google Shape;337;p15"/>
              <p:cNvCxnSpPr>
                <a:stCxn id="310" idx="6"/>
                <a:endCxn id="317" idx="3"/>
              </p:cNvCxnSpPr>
              <p:nvPr/>
            </p:nvCxnSpPr>
            <p:spPr>
              <a:xfrm flipH="1" rot="10800000">
                <a:off x="816" y="1848"/>
                <a:ext cx="2700" cy="600"/>
              </a:xfrm>
              <a:prstGeom prst="curvedConnector2">
                <a:avLst/>
              </a:prstGeom>
              <a:noFill/>
              <a:ln cap="flat" cmpd="sng" w="9525">
                <a:solidFill>
                  <a:schemeClr val="dk1"/>
                </a:solidFill>
                <a:prstDash val="solid"/>
                <a:round/>
                <a:headEnd len="med" w="med" type="none"/>
                <a:tailEnd len="med" w="med" type="triangle"/>
              </a:ln>
            </p:spPr>
          </p:cxnSp>
        </p:grpSp>
        <p:cxnSp>
          <p:nvCxnSpPr>
            <p:cNvPr id="338" name="Google Shape;338;p15"/>
            <p:cNvCxnSpPr>
              <a:stCxn id="315" idx="6"/>
              <a:endCxn id="321" idx="2"/>
            </p:cNvCxnSpPr>
            <p:nvPr/>
          </p:nvCxnSpPr>
          <p:spPr>
            <a:xfrm>
              <a:off x="2966" y="3161"/>
              <a:ext cx="1200" cy="0"/>
            </a:xfrm>
            <a:prstGeom prst="straightConnector1">
              <a:avLst/>
            </a:prstGeom>
            <a:noFill/>
            <a:ln cap="flat" cmpd="sng" w="9525">
              <a:solidFill>
                <a:schemeClr val="lt1"/>
              </a:solidFill>
              <a:prstDash val="solid"/>
              <a:round/>
              <a:headEnd len="med" w="med" type="none"/>
              <a:tailEnd len="med" w="med" type="triangle"/>
            </a:ln>
          </p:spPr>
        </p:cxnSp>
      </p:grpSp>
      <p:sp>
        <p:nvSpPr>
          <p:cNvPr id="339" name="Google Shape;339;p15"/>
          <p:cNvSpPr/>
          <p:nvPr/>
        </p:nvSpPr>
        <p:spPr>
          <a:xfrm>
            <a:off x="4781618" y="2052338"/>
            <a:ext cx="317417" cy="304800"/>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nvGrpSpPr>
          <p:cNvPr id="340" name="Google Shape;340;p15"/>
          <p:cNvGrpSpPr/>
          <p:nvPr/>
        </p:nvGrpSpPr>
        <p:grpSpPr>
          <a:xfrm>
            <a:off x="7573302" y="1839615"/>
            <a:ext cx="317417" cy="549279"/>
            <a:chOff x="4454" y="2129"/>
            <a:chExt cx="414" cy="715"/>
          </a:xfrm>
        </p:grpSpPr>
        <p:sp>
          <p:nvSpPr>
            <p:cNvPr id="341" name="Google Shape;341;p15"/>
            <p:cNvSpPr/>
            <p:nvPr/>
          </p:nvSpPr>
          <p:spPr>
            <a:xfrm>
              <a:off x="4454" y="2129"/>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f</a:t>
              </a:r>
              <a:endParaRPr/>
            </a:p>
          </p:txBody>
        </p:sp>
        <p:cxnSp>
          <p:nvCxnSpPr>
            <p:cNvPr id="342" name="Google Shape;342;p15"/>
            <p:cNvCxnSpPr>
              <a:stCxn id="343" idx="0"/>
              <a:endCxn id="341" idx="4"/>
            </p:cNvCxnSpPr>
            <p:nvPr/>
          </p:nvCxnSpPr>
          <p:spPr>
            <a:xfrm flipH="1" rot="10800000">
              <a:off x="4495" y="2544"/>
              <a:ext cx="300" cy="300"/>
            </a:xfrm>
            <a:prstGeom prst="straightConnector1">
              <a:avLst/>
            </a:prstGeom>
            <a:noFill/>
            <a:ln cap="flat" cmpd="sng" w="38100">
              <a:solidFill>
                <a:srgbClr val="CC0000"/>
              </a:solidFill>
              <a:prstDash val="solid"/>
              <a:round/>
              <a:headEnd len="med" w="med" type="none"/>
              <a:tailEnd len="med" w="med" type="triangle"/>
            </a:ln>
          </p:spPr>
        </p:cxnSp>
      </p:grpSp>
      <p:grpSp>
        <p:nvGrpSpPr>
          <p:cNvPr id="344" name="Google Shape;344;p15"/>
          <p:cNvGrpSpPr/>
          <p:nvPr/>
        </p:nvGrpSpPr>
        <p:grpSpPr>
          <a:xfrm>
            <a:off x="7668530" y="1015703"/>
            <a:ext cx="317417" cy="823913"/>
            <a:chOff x="4579" y="1056"/>
            <a:chExt cx="413" cy="1055"/>
          </a:xfrm>
        </p:grpSpPr>
        <p:sp>
          <p:nvSpPr>
            <p:cNvPr id="345" name="Google Shape;345;p15"/>
            <p:cNvSpPr/>
            <p:nvPr/>
          </p:nvSpPr>
          <p:spPr>
            <a:xfrm>
              <a:off x="4579" y="1056"/>
              <a:ext cx="413"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346" name="Google Shape;346;p15"/>
            <p:cNvCxnSpPr>
              <a:stCxn id="341" idx="0"/>
              <a:endCxn id="345" idx="4"/>
            </p:cNvCxnSpPr>
            <p:nvPr/>
          </p:nvCxnSpPr>
          <p:spPr>
            <a:xfrm rot="10800000">
              <a:off x="4662" y="1511"/>
              <a:ext cx="0" cy="600"/>
            </a:xfrm>
            <a:prstGeom prst="straightConnector1">
              <a:avLst/>
            </a:prstGeom>
            <a:noFill/>
            <a:ln cap="flat" cmpd="sng" w="38100">
              <a:solidFill>
                <a:srgbClr val="CC0000"/>
              </a:solidFill>
              <a:prstDash val="solid"/>
              <a:round/>
              <a:headEnd len="med" w="med" type="none"/>
              <a:tailEnd len="med" w="med" type="triangle"/>
            </a:ln>
          </p:spPr>
        </p:cxnSp>
      </p:grpSp>
      <p:grpSp>
        <p:nvGrpSpPr>
          <p:cNvPr id="347" name="Google Shape;347;p15"/>
          <p:cNvGrpSpPr/>
          <p:nvPr/>
        </p:nvGrpSpPr>
        <p:grpSpPr>
          <a:xfrm>
            <a:off x="5091361" y="1777704"/>
            <a:ext cx="928182" cy="318758"/>
            <a:chOff x="1219" y="2049"/>
            <a:chExt cx="1210" cy="416"/>
          </a:xfrm>
        </p:grpSpPr>
        <p:sp>
          <p:nvSpPr>
            <p:cNvPr id="348" name="Google Shape;348;p15"/>
            <p:cNvSpPr/>
            <p:nvPr/>
          </p:nvSpPr>
          <p:spPr>
            <a:xfrm>
              <a:off x="2015" y="2049"/>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d</a:t>
              </a:r>
              <a:endParaRPr/>
            </a:p>
          </p:txBody>
        </p:sp>
        <p:cxnSp>
          <p:nvCxnSpPr>
            <p:cNvPr id="349" name="Google Shape;349;p15"/>
            <p:cNvCxnSpPr/>
            <p:nvPr/>
          </p:nvCxnSpPr>
          <p:spPr>
            <a:xfrm flipH="1" rot="10800000">
              <a:off x="1219" y="2248"/>
              <a:ext cx="846" cy="217"/>
            </a:xfrm>
            <a:prstGeom prst="straightConnector1">
              <a:avLst/>
            </a:prstGeom>
            <a:noFill/>
            <a:ln cap="flat" cmpd="sng" w="38100">
              <a:solidFill>
                <a:srgbClr val="CC0000"/>
              </a:solidFill>
              <a:prstDash val="solid"/>
              <a:round/>
              <a:headEnd len="med" w="med" type="none"/>
              <a:tailEnd len="med" w="med" type="triangle"/>
            </a:ln>
          </p:spPr>
        </p:cxnSp>
      </p:grpSp>
      <p:grpSp>
        <p:nvGrpSpPr>
          <p:cNvPr id="350" name="Google Shape;350;p15"/>
          <p:cNvGrpSpPr/>
          <p:nvPr/>
        </p:nvGrpSpPr>
        <p:grpSpPr>
          <a:xfrm>
            <a:off x="6019542" y="1655464"/>
            <a:ext cx="1204602" cy="304800"/>
            <a:chOff x="2429" y="1890"/>
            <a:chExt cx="1571" cy="397"/>
          </a:xfrm>
        </p:grpSpPr>
        <p:sp>
          <p:nvSpPr>
            <p:cNvPr id="351" name="Google Shape;351;p15"/>
            <p:cNvSpPr/>
            <p:nvPr/>
          </p:nvSpPr>
          <p:spPr>
            <a:xfrm>
              <a:off x="3586" y="1890"/>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e</a:t>
              </a:r>
              <a:endParaRPr/>
            </a:p>
          </p:txBody>
        </p:sp>
        <p:cxnSp>
          <p:nvCxnSpPr>
            <p:cNvPr id="352" name="Google Shape;352;p15"/>
            <p:cNvCxnSpPr>
              <a:stCxn id="348" idx="6"/>
              <a:endCxn id="351" idx="2"/>
            </p:cNvCxnSpPr>
            <p:nvPr/>
          </p:nvCxnSpPr>
          <p:spPr>
            <a:xfrm flipH="1" rot="10800000">
              <a:off x="2429" y="1947"/>
              <a:ext cx="1200" cy="300"/>
            </a:xfrm>
            <a:prstGeom prst="straightConnector1">
              <a:avLst/>
            </a:prstGeom>
            <a:noFill/>
            <a:ln cap="flat" cmpd="sng" w="38100">
              <a:solidFill>
                <a:srgbClr val="CC0000"/>
              </a:solidFill>
              <a:prstDash val="solid"/>
              <a:round/>
              <a:headEnd len="med" w="med" type="none"/>
              <a:tailEnd len="med" w="med" type="triangle"/>
            </a:ln>
          </p:spPr>
        </p:cxnSp>
      </p:grpSp>
      <p:sp>
        <p:nvSpPr>
          <p:cNvPr id="343" name="Google Shape;343;p15"/>
          <p:cNvSpPr/>
          <p:nvPr/>
        </p:nvSpPr>
        <p:spPr>
          <a:xfrm>
            <a:off x="7446336" y="2388893"/>
            <a:ext cx="317417" cy="303213"/>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500" u="none" cap="none" strike="noStrike">
                <a:solidFill>
                  <a:schemeClr val="dk1"/>
                </a:solidFill>
                <a:latin typeface="Calibri"/>
                <a:ea typeface="Calibri"/>
                <a:cs typeface="Calibri"/>
                <a:sym typeface="Calibri"/>
              </a:rPr>
              <a:t>r</a:t>
            </a:r>
            <a:endParaRPr/>
          </a:p>
        </p:txBody>
      </p:sp>
      <p:cxnSp>
        <p:nvCxnSpPr>
          <p:cNvPr id="353" name="Google Shape;353;p15"/>
          <p:cNvCxnSpPr>
            <a:stCxn id="351" idx="5"/>
            <a:endCxn id="343" idx="1"/>
          </p:cNvCxnSpPr>
          <p:nvPr/>
        </p:nvCxnSpPr>
        <p:spPr>
          <a:xfrm>
            <a:off x="7177668" y="1915627"/>
            <a:ext cx="315300" cy="517800"/>
          </a:xfrm>
          <a:prstGeom prst="straightConnector1">
            <a:avLst/>
          </a:prstGeom>
          <a:noFill/>
          <a:ln cap="flat" cmpd="sng" w="38100">
            <a:solidFill>
              <a:srgbClr val="CC0000"/>
            </a:solidFill>
            <a:prstDash val="solid"/>
            <a:round/>
            <a:headEnd len="med" w="med" type="none"/>
            <a:tailEnd len="med" w="med" type="triangle"/>
          </a:ln>
        </p:spPr>
      </p:cxnSp>
      <p:sp>
        <p:nvSpPr>
          <p:cNvPr id="354" name="Google Shape;354;p15"/>
          <p:cNvSpPr/>
          <p:nvPr/>
        </p:nvSpPr>
        <p:spPr>
          <a:xfrm>
            <a:off x="3844875" y="3123200"/>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5"/>
          <p:cNvSpPr/>
          <p:nvPr/>
        </p:nvSpPr>
        <p:spPr>
          <a:xfrm>
            <a:off x="1438330" y="3616913"/>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15"/>
          <p:cNvSpPr/>
          <p:nvPr/>
        </p:nvSpPr>
        <p:spPr>
          <a:xfrm>
            <a:off x="2390239" y="4082567"/>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5"/>
          <p:cNvSpPr/>
          <p:nvPr/>
        </p:nvSpPr>
        <p:spPr>
          <a:xfrm>
            <a:off x="2701234" y="4628335"/>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5"/>
          <p:cNvSpPr/>
          <p:nvPr/>
        </p:nvSpPr>
        <p:spPr>
          <a:xfrm>
            <a:off x="2698295" y="5172145"/>
            <a:ext cx="290436"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5"/>
          <p:cNvSpPr/>
          <p:nvPr/>
        </p:nvSpPr>
        <p:spPr>
          <a:xfrm>
            <a:off x="2958055" y="5674312"/>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60" name="Google Shape;360;p15"/>
          <p:cNvCxnSpPr/>
          <p:nvPr/>
        </p:nvCxnSpPr>
        <p:spPr>
          <a:xfrm rot="10800000">
            <a:off x="2556342" y="4416127"/>
            <a:ext cx="309482" cy="180975"/>
          </a:xfrm>
          <a:prstGeom prst="straightConnector1">
            <a:avLst/>
          </a:prstGeom>
          <a:noFill/>
          <a:ln cap="flat" cmpd="sng" w="38100">
            <a:solidFill>
              <a:srgbClr val="CC0000"/>
            </a:solidFill>
            <a:prstDash val="solid"/>
            <a:round/>
            <a:headEnd len="med" w="med" type="none"/>
            <a:tailEnd len="med" w="med" type="none"/>
          </a:ln>
        </p:spPr>
      </p:cxnSp>
      <p:cxnSp>
        <p:nvCxnSpPr>
          <p:cNvPr id="361" name="Google Shape;361;p15"/>
          <p:cNvCxnSpPr/>
          <p:nvPr/>
        </p:nvCxnSpPr>
        <p:spPr>
          <a:xfrm rot="10800000">
            <a:off x="2850656" y="4912313"/>
            <a:ext cx="3174" cy="223837"/>
          </a:xfrm>
          <a:prstGeom prst="straightConnector1">
            <a:avLst/>
          </a:prstGeom>
          <a:noFill/>
          <a:ln cap="flat" cmpd="sng" w="38100">
            <a:solidFill>
              <a:srgbClr val="CC0000"/>
            </a:solidFill>
            <a:prstDash val="solid"/>
            <a:round/>
            <a:headEnd len="med" w="med" type="none"/>
            <a:tailEnd len="med" w="med" type="none"/>
          </a:ln>
        </p:spPr>
      </p:cxnSp>
      <p:cxnSp>
        <p:nvCxnSpPr>
          <p:cNvPr id="362" name="Google Shape;362;p15"/>
          <p:cNvCxnSpPr/>
          <p:nvPr/>
        </p:nvCxnSpPr>
        <p:spPr>
          <a:xfrm rot="10800000">
            <a:off x="2871468" y="5491196"/>
            <a:ext cx="258696" cy="196851"/>
          </a:xfrm>
          <a:prstGeom prst="straightConnector1">
            <a:avLst/>
          </a:prstGeom>
          <a:noFill/>
          <a:ln cap="flat" cmpd="sng" w="38100">
            <a:solidFill>
              <a:srgbClr val="CC0000"/>
            </a:solidFill>
            <a:prstDash val="solid"/>
            <a:round/>
            <a:headEnd len="med" w="med" type="none"/>
            <a:tailEnd len="med" w="med" type="none"/>
          </a:ln>
        </p:spPr>
      </p:cxnSp>
      <p:grpSp>
        <p:nvGrpSpPr>
          <p:cNvPr id="363" name="Google Shape;363;p15"/>
          <p:cNvGrpSpPr/>
          <p:nvPr/>
        </p:nvGrpSpPr>
        <p:grpSpPr>
          <a:xfrm>
            <a:off x="3491316" y="3077866"/>
            <a:ext cx="990342" cy="338906"/>
            <a:chOff x="5791200" y="3433765"/>
            <a:chExt cx="990600" cy="338906"/>
          </a:xfrm>
        </p:grpSpPr>
        <p:sp>
          <p:nvSpPr>
            <p:cNvPr id="303" name="Google Shape;303;p15"/>
            <p:cNvSpPr txBox="1"/>
            <p:nvPr/>
          </p:nvSpPr>
          <p:spPr>
            <a:xfrm>
              <a:off x="5791200" y="3433765"/>
              <a:ext cx="990600" cy="33890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S</a:t>
              </a:r>
              <a:endParaRPr/>
            </a:p>
          </p:txBody>
        </p:sp>
        <p:sp>
          <p:nvSpPr>
            <p:cNvPr id="364" name="Google Shape;364;p15"/>
            <p:cNvSpPr/>
            <p:nvPr/>
          </p:nvSpPr>
          <p:spPr>
            <a:xfrm>
              <a:off x="6142037" y="3479805"/>
              <a:ext cx="290512"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5" name="Google Shape;365;p15"/>
          <p:cNvGrpSpPr/>
          <p:nvPr/>
        </p:nvGrpSpPr>
        <p:grpSpPr>
          <a:xfrm>
            <a:off x="1358271" y="3574371"/>
            <a:ext cx="380901" cy="369589"/>
            <a:chOff x="3657600" y="3930270"/>
            <a:chExt cx="381000" cy="369589"/>
          </a:xfrm>
        </p:grpSpPr>
        <p:sp>
          <p:nvSpPr>
            <p:cNvPr id="248" name="Google Shape;248;p15"/>
            <p:cNvSpPr txBox="1"/>
            <p:nvPr/>
          </p:nvSpPr>
          <p:spPr>
            <a:xfrm>
              <a:off x="3657600" y="3930270"/>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d</a:t>
              </a:r>
              <a:endParaRPr/>
            </a:p>
          </p:txBody>
        </p:sp>
        <p:sp>
          <p:nvSpPr>
            <p:cNvPr id="366" name="Google Shape;366;p15"/>
            <p:cNvSpPr/>
            <p:nvPr/>
          </p:nvSpPr>
          <p:spPr>
            <a:xfrm>
              <a:off x="3730630" y="3973513"/>
              <a:ext cx="290513"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7" name="Google Shape;367;p15"/>
          <p:cNvGrpSpPr/>
          <p:nvPr/>
        </p:nvGrpSpPr>
        <p:grpSpPr>
          <a:xfrm>
            <a:off x="4176937" y="3507427"/>
            <a:ext cx="380901" cy="369589"/>
            <a:chOff x="6477000" y="3863325"/>
            <a:chExt cx="381000" cy="369589"/>
          </a:xfrm>
        </p:grpSpPr>
        <p:sp>
          <p:nvSpPr>
            <p:cNvPr id="266" name="Google Shape;266;p15"/>
            <p:cNvSpPr txBox="1"/>
            <p:nvPr/>
          </p:nvSpPr>
          <p:spPr>
            <a:xfrm>
              <a:off x="6477000" y="3863325"/>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e</a:t>
              </a:r>
              <a:endParaRPr/>
            </a:p>
          </p:txBody>
        </p:sp>
        <p:sp>
          <p:nvSpPr>
            <p:cNvPr id="368" name="Google Shape;368;p15"/>
            <p:cNvSpPr/>
            <p:nvPr/>
          </p:nvSpPr>
          <p:spPr>
            <a:xfrm>
              <a:off x="6524630" y="3906839"/>
              <a:ext cx="290513"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9" name="Google Shape;369;p15"/>
          <p:cNvGrpSpPr/>
          <p:nvPr/>
        </p:nvGrpSpPr>
        <p:grpSpPr>
          <a:xfrm>
            <a:off x="5929080" y="3507427"/>
            <a:ext cx="380901" cy="369589"/>
            <a:chOff x="8229600" y="3863325"/>
            <a:chExt cx="381000" cy="369589"/>
          </a:xfrm>
        </p:grpSpPr>
        <p:sp>
          <p:nvSpPr>
            <p:cNvPr id="278" name="Google Shape;278;p15"/>
            <p:cNvSpPr txBox="1"/>
            <p:nvPr/>
          </p:nvSpPr>
          <p:spPr>
            <a:xfrm>
              <a:off x="8229600" y="3863325"/>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p</a:t>
              </a:r>
              <a:endParaRPr/>
            </a:p>
          </p:txBody>
        </p:sp>
        <p:sp>
          <p:nvSpPr>
            <p:cNvPr id="370" name="Google Shape;370;p15"/>
            <p:cNvSpPr/>
            <p:nvPr/>
          </p:nvSpPr>
          <p:spPr>
            <a:xfrm>
              <a:off x="8269288" y="3922713"/>
              <a:ext cx="290512"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1" name="Google Shape;371;p15"/>
          <p:cNvGrpSpPr/>
          <p:nvPr/>
        </p:nvGrpSpPr>
        <p:grpSpPr>
          <a:xfrm>
            <a:off x="2348613" y="4042983"/>
            <a:ext cx="380901" cy="369589"/>
            <a:chOff x="4648200" y="4398881"/>
            <a:chExt cx="381000" cy="369589"/>
          </a:xfrm>
        </p:grpSpPr>
        <p:sp>
          <p:nvSpPr>
            <p:cNvPr id="280" name="Google Shape;280;p15"/>
            <p:cNvSpPr txBox="1"/>
            <p:nvPr/>
          </p:nvSpPr>
          <p:spPr>
            <a:xfrm>
              <a:off x="4648200" y="4398881"/>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e</a:t>
              </a:r>
              <a:endParaRPr/>
            </a:p>
          </p:txBody>
        </p:sp>
        <p:sp>
          <p:nvSpPr>
            <p:cNvPr id="372" name="Google Shape;372;p15"/>
            <p:cNvSpPr/>
            <p:nvPr/>
          </p:nvSpPr>
          <p:spPr>
            <a:xfrm>
              <a:off x="4687888" y="4435481"/>
              <a:ext cx="290512"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3" name="Google Shape;373;p15"/>
          <p:cNvGrpSpPr/>
          <p:nvPr/>
        </p:nvGrpSpPr>
        <p:grpSpPr>
          <a:xfrm>
            <a:off x="1967712" y="4578539"/>
            <a:ext cx="380901" cy="369589"/>
            <a:chOff x="4267200" y="4934437"/>
            <a:chExt cx="381000" cy="369589"/>
          </a:xfrm>
        </p:grpSpPr>
        <p:sp>
          <p:nvSpPr>
            <p:cNvPr id="281" name="Google Shape;281;p15"/>
            <p:cNvSpPr txBox="1"/>
            <p:nvPr/>
          </p:nvSpPr>
          <p:spPr>
            <a:xfrm>
              <a:off x="4267200" y="4934437"/>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h</a:t>
              </a:r>
              <a:endParaRPr/>
            </a:p>
          </p:txBody>
        </p:sp>
        <p:sp>
          <p:nvSpPr>
            <p:cNvPr id="374" name="Google Shape;374;p15"/>
            <p:cNvSpPr/>
            <p:nvPr/>
          </p:nvSpPr>
          <p:spPr>
            <a:xfrm>
              <a:off x="4327530" y="4983163"/>
              <a:ext cx="290513"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5" name="Google Shape;375;p15"/>
          <p:cNvGrpSpPr/>
          <p:nvPr/>
        </p:nvGrpSpPr>
        <p:grpSpPr>
          <a:xfrm>
            <a:off x="2653334" y="4578539"/>
            <a:ext cx="380901" cy="369589"/>
            <a:chOff x="4953000" y="4934437"/>
            <a:chExt cx="381000" cy="369589"/>
          </a:xfrm>
        </p:grpSpPr>
        <p:sp>
          <p:nvSpPr>
            <p:cNvPr id="283" name="Google Shape;283;p15"/>
            <p:cNvSpPr txBox="1"/>
            <p:nvPr/>
          </p:nvSpPr>
          <p:spPr>
            <a:xfrm>
              <a:off x="4953000" y="4934437"/>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r</a:t>
              </a:r>
              <a:endParaRPr/>
            </a:p>
          </p:txBody>
        </p:sp>
        <p:sp>
          <p:nvSpPr>
            <p:cNvPr id="376" name="Google Shape;376;p15"/>
            <p:cNvSpPr/>
            <p:nvPr/>
          </p:nvSpPr>
          <p:spPr>
            <a:xfrm>
              <a:off x="5003805" y="4973639"/>
              <a:ext cx="290513"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7" name="Google Shape;377;p15"/>
          <p:cNvGrpSpPr/>
          <p:nvPr/>
        </p:nvGrpSpPr>
        <p:grpSpPr>
          <a:xfrm>
            <a:off x="2653334" y="5114094"/>
            <a:ext cx="380901" cy="369589"/>
            <a:chOff x="4953000" y="5469992"/>
            <a:chExt cx="381000" cy="369589"/>
          </a:xfrm>
        </p:grpSpPr>
        <p:sp>
          <p:nvSpPr>
            <p:cNvPr id="288" name="Google Shape;288;p15"/>
            <p:cNvSpPr txBox="1"/>
            <p:nvPr/>
          </p:nvSpPr>
          <p:spPr>
            <a:xfrm>
              <a:off x="4953000" y="5469992"/>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f</a:t>
              </a:r>
              <a:endParaRPr/>
            </a:p>
          </p:txBody>
        </p:sp>
        <p:sp>
          <p:nvSpPr>
            <p:cNvPr id="378" name="Google Shape;378;p15"/>
            <p:cNvSpPr/>
            <p:nvPr/>
          </p:nvSpPr>
          <p:spPr>
            <a:xfrm>
              <a:off x="4994281" y="5521330"/>
              <a:ext cx="290513"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9" name="Google Shape;379;p15"/>
          <p:cNvGrpSpPr/>
          <p:nvPr/>
        </p:nvGrpSpPr>
        <p:grpSpPr>
          <a:xfrm>
            <a:off x="2424793" y="5595258"/>
            <a:ext cx="380901" cy="369589"/>
            <a:chOff x="4724400" y="5951156"/>
            <a:chExt cx="381000" cy="369589"/>
          </a:xfrm>
        </p:grpSpPr>
        <p:sp>
          <p:nvSpPr>
            <p:cNvPr id="295" name="Google Shape;295;p15"/>
            <p:cNvSpPr txBox="1"/>
            <p:nvPr/>
          </p:nvSpPr>
          <p:spPr>
            <a:xfrm>
              <a:off x="4724400" y="5951156"/>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sp>
          <p:nvSpPr>
            <p:cNvPr id="380" name="Google Shape;380;p15"/>
            <p:cNvSpPr/>
            <p:nvPr/>
          </p:nvSpPr>
          <p:spPr>
            <a:xfrm>
              <a:off x="4773613" y="6008688"/>
              <a:ext cx="290512"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1" name="Google Shape;381;p15"/>
          <p:cNvGrpSpPr/>
          <p:nvPr/>
        </p:nvGrpSpPr>
        <p:grpSpPr>
          <a:xfrm>
            <a:off x="2729514" y="5649649"/>
            <a:ext cx="761802" cy="338906"/>
            <a:chOff x="5029200" y="6005548"/>
            <a:chExt cx="762000" cy="338906"/>
          </a:xfrm>
        </p:grpSpPr>
        <p:sp>
          <p:nvSpPr>
            <p:cNvPr id="297" name="Google Shape;297;p15"/>
            <p:cNvSpPr txBox="1"/>
            <p:nvPr/>
          </p:nvSpPr>
          <p:spPr>
            <a:xfrm>
              <a:off x="5029200" y="6005548"/>
              <a:ext cx="762000" cy="33890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G</a:t>
              </a:r>
              <a:endParaRPr/>
            </a:p>
          </p:txBody>
        </p:sp>
        <p:sp>
          <p:nvSpPr>
            <p:cNvPr id="382" name="Google Shape;382;p15"/>
            <p:cNvSpPr/>
            <p:nvPr/>
          </p:nvSpPr>
          <p:spPr>
            <a:xfrm>
              <a:off x="5256213" y="6035681"/>
              <a:ext cx="290512"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3" name="Google Shape;383;p15"/>
          <p:cNvGrpSpPr/>
          <p:nvPr/>
        </p:nvGrpSpPr>
        <p:grpSpPr>
          <a:xfrm>
            <a:off x="825010" y="4075113"/>
            <a:ext cx="380901" cy="369589"/>
            <a:chOff x="4648200" y="4398881"/>
            <a:chExt cx="381000" cy="369589"/>
          </a:xfrm>
        </p:grpSpPr>
        <p:sp>
          <p:nvSpPr>
            <p:cNvPr id="384" name="Google Shape;384;p15"/>
            <p:cNvSpPr txBox="1"/>
            <p:nvPr/>
          </p:nvSpPr>
          <p:spPr>
            <a:xfrm>
              <a:off x="4648200" y="4398881"/>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b</a:t>
              </a:r>
              <a:endParaRPr/>
            </a:p>
          </p:txBody>
        </p:sp>
        <p:sp>
          <p:nvSpPr>
            <p:cNvPr id="385" name="Google Shape;385;p15"/>
            <p:cNvSpPr/>
            <p:nvPr/>
          </p:nvSpPr>
          <p:spPr>
            <a:xfrm>
              <a:off x="4687888" y="4435481"/>
              <a:ext cx="290512"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6" name="Google Shape;386;p15"/>
          <p:cNvGrpSpPr/>
          <p:nvPr/>
        </p:nvGrpSpPr>
        <p:grpSpPr>
          <a:xfrm>
            <a:off x="1510631" y="4063702"/>
            <a:ext cx="380901" cy="369589"/>
            <a:chOff x="4648200" y="4398881"/>
            <a:chExt cx="381000" cy="369589"/>
          </a:xfrm>
        </p:grpSpPr>
        <p:sp>
          <p:nvSpPr>
            <p:cNvPr id="387" name="Google Shape;387;p15"/>
            <p:cNvSpPr txBox="1"/>
            <p:nvPr/>
          </p:nvSpPr>
          <p:spPr>
            <a:xfrm>
              <a:off x="4648200" y="4398881"/>
              <a:ext cx="381000" cy="36958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sp>
          <p:nvSpPr>
            <p:cNvPr id="388" name="Google Shape;388;p15"/>
            <p:cNvSpPr/>
            <p:nvPr/>
          </p:nvSpPr>
          <p:spPr>
            <a:xfrm>
              <a:off x="4687888" y="4435481"/>
              <a:ext cx="290512"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9" name="Google Shape;389;p15"/>
          <p:cNvSpPr txBox="1"/>
          <p:nvPr/>
        </p:nvSpPr>
        <p:spPr>
          <a:xfrm>
            <a:off x="8113835" y="2996902"/>
            <a:ext cx="2475100"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p</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 🡪 b</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 🡪 c</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 🡪 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 🡪 e 🡪 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 🡪 e 🡪 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 🡪 e 🡪 r 🡪 f</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 🡪 e 🡪 r 🡪 f 🡪 c</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 🡪 d 🡪 e 🡪 r 🡪 f 🡪 G</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90" name="Google Shape;390;p15"/>
          <p:cNvCxnSpPr/>
          <p:nvPr/>
        </p:nvCxnSpPr>
        <p:spPr>
          <a:xfrm>
            <a:off x="8145244" y="3218562"/>
            <a:ext cx="225366" cy="4763"/>
          </a:xfrm>
          <a:prstGeom prst="straightConnector1">
            <a:avLst/>
          </a:prstGeom>
          <a:noFill/>
          <a:ln cap="flat" cmpd="sng" w="22225">
            <a:solidFill>
              <a:srgbClr val="CC0000"/>
            </a:solidFill>
            <a:prstDash val="solid"/>
            <a:round/>
            <a:headEnd len="med" w="med" type="none"/>
            <a:tailEnd len="med" w="med" type="none"/>
          </a:ln>
        </p:spPr>
      </p:cxnSp>
      <p:cxnSp>
        <p:nvCxnSpPr>
          <p:cNvPr id="391" name="Google Shape;391;p15"/>
          <p:cNvCxnSpPr/>
          <p:nvPr/>
        </p:nvCxnSpPr>
        <p:spPr>
          <a:xfrm>
            <a:off x="8138305" y="3481862"/>
            <a:ext cx="685621" cy="0"/>
          </a:xfrm>
          <a:prstGeom prst="straightConnector1">
            <a:avLst/>
          </a:prstGeom>
          <a:noFill/>
          <a:ln cap="flat" cmpd="sng" w="22225">
            <a:solidFill>
              <a:srgbClr val="CC0000"/>
            </a:solidFill>
            <a:prstDash val="solid"/>
            <a:round/>
            <a:headEnd len="med" w="med" type="none"/>
            <a:tailEnd len="med" w="med" type="none"/>
          </a:ln>
        </p:spPr>
      </p:cxnSp>
      <p:cxnSp>
        <p:nvCxnSpPr>
          <p:cNvPr id="392" name="Google Shape;392;p15"/>
          <p:cNvCxnSpPr/>
          <p:nvPr/>
        </p:nvCxnSpPr>
        <p:spPr>
          <a:xfrm>
            <a:off x="8193671" y="4860261"/>
            <a:ext cx="1087337" cy="0"/>
          </a:xfrm>
          <a:prstGeom prst="straightConnector1">
            <a:avLst/>
          </a:prstGeom>
          <a:noFill/>
          <a:ln cap="flat" cmpd="sng" w="22225">
            <a:solidFill>
              <a:srgbClr val="CC0000"/>
            </a:solidFill>
            <a:prstDash val="solid"/>
            <a:round/>
            <a:headEnd len="med" w="med" type="none"/>
            <a:tailEnd len="med" w="med" type="none"/>
          </a:ln>
        </p:spPr>
      </p:cxnSp>
      <p:cxnSp>
        <p:nvCxnSpPr>
          <p:cNvPr id="393" name="Google Shape;393;p15"/>
          <p:cNvCxnSpPr/>
          <p:nvPr/>
        </p:nvCxnSpPr>
        <p:spPr>
          <a:xfrm>
            <a:off x="8179934" y="5400741"/>
            <a:ext cx="1481974" cy="0"/>
          </a:xfrm>
          <a:prstGeom prst="straightConnector1">
            <a:avLst/>
          </a:prstGeom>
          <a:noFill/>
          <a:ln cap="flat" cmpd="sng" w="22225">
            <a:solidFill>
              <a:srgbClr val="CC0000"/>
            </a:solidFill>
            <a:prstDash val="solid"/>
            <a:round/>
            <a:headEnd len="med" w="med" type="none"/>
            <a:tailEnd len="med" w="med" type="none"/>
          </a:ln>
        </p:spPr>
      </p:cxnSp>
      <p:cxnSp>
        <p:nvCxnSpPr>
          <p:cNvPr id="394" name="Google Shape;394;p15"/>
          <p:cNvCxnSpPr/>
          <p:nvPr/>
        </p:nvCxnSpPr>
        <p:spPr>
          <a:xfrm flipH="1" rot="10800000">
            <a:off x="8138305" y="5663901"/>
            <a:ext cx="1980684" cy="13880"/>
          </a:xfrm>
          <a:prstGeom prst="straightConnector1">
            <a:avLst/>
          </a:prstGeom>
          <a:noFill/>
          <a:ln cap="flat" cmpd="sng" w="22225">
            <a:solidFill>
              <a:srgbClr val="CC0000"/>
            </a:solidFill>
            <a:prstDash val="solid"/>
            <a:round/>
            <a:headEnd len="med" w="med" type="none"/>
            <a:tailEnd len="med" w="med" type="none"/>
          </a:ln>
        </p:spPr>
      </p:cxnSp>
      <p:cxnSp>
        <p:nvCxnSpPr>
          <p:cNvPr id="395" name="Google Shape;395;p15"/>
          <p:cNvCxnSpPr/>
          <p:nvPr/>
        </p:nvCxnSpPr>
        <p:spPr>
          <a:xfrm flipH="1" rot="10800000">
            <a:off x="8138305" y="6215453"/>
            <a:ext cx="2361585" cy="16549"/>
          </a:xfrm>
          <a:prstGeom prst="straightConnector1">
            <a:avLst/>
          </a:prstGeom>
          <a:noFill/>
          <a:ln cap="flat" cmpd="sng" w="22225">
            <a:solidFill>
              <a:srgbClr val="CC0000"/>
            </a:solidFill>
            <a:prstDash val="solid"/>
            <a:round/>
            <a:headEnd len="med" w="med" type="none"/>
            <a:tailEnd len="med" w="med" type="none"/>
          </a:ln>
        </p:spPr>
      </p:cxnSp>
      <p:sp>
        <p:nvSpPr>
          <p:cNvPr id="396" name="Google Shape;396;p15"/>
          <p:cNvSpPr txBox="1"/>
          <p:nvPr>
            <p:ph idx="4294967295" type="sldNum"/>
          </p:nvPr>
        </p:nvSpPr>
        <p:spPr>
          <a:xfrm>
            <a:off x="10717759" y="6580496"/>
            <a:ext cx="1274480" cy="29297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lt1"/>
                </a:solidFill>
              </a:rPr>
              <a:t>‹#›</a:t>
            </a:fld>
            <a:endParaRPr sz="1200">
              <a:solidFill>
                <a:schemeClr val="lt1"/>
              </a:solidFill>
            </a:endParaRPr>
          </a:p>
        </p:txBody>
      </p:sp>
      <p:sp>
        <p:nvSpPr>
          <p:cNvPr id="397" name="Google Shape;397;p15"/>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3" st="3"/>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4" st="4"/>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5" st="5"/>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6" st="6"/>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7" st="7"/>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8" st="8"/>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9" st="9"/>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10" st="1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11" st="1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6"/>
          <p:cNvSpPr txBox="1"/>
          <p:nvPr>
            <p:ph type="title"/>
          </p:nvPr>
        </p:nvSpPr>
        <p:spPr>
          <a:xfrm>
            <a:off x="693502" y="-76200"/>
            <a:ext cx="11115910" cy="75247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200"/>
              <a:buFont typeface="Calibri"/>
              <a:buNone/>
            </a:pPr>
            <a:r>
              <a:rPr lang="en-US" sz="3200"/>
              <a:t>Uninformed search </a:t>
            </a:r>
            <a:endParaRPr/>
          </a:p>
        </p:txBody>
      </p:sp>
      <p:sp>
        <p:nvSpPr>
          <p:cNvPr id="405" name="Google Shape;405;p16"/>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406" name="Google Shape;406;p16"/>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7" name="Google Shape;407;p16"/>
          <p:cNvSpPr txBox="1"/>
          <p:nvPr/>
        </p:nvSpPr>
        <p:spPr>
          <a:xfrm>
            <a:off x="2970212" y="1219200"/>
            <a:ext cx="7605873" cy="4648200"/>
          </a:xfrm>
          <a:prstGeom prst="rect">
            <a:avLst/>
          </a:prstGeom>
          <a:noFill/>
          <a:ln>
            <a:noFill/>
          </a:ln>
        </p:spPr>
        <p:txBody>
          <a:bodyPr anchorCtr="0" anchor="t" bIns="45700" lIns="91425" spcFirstLastPara="1" rIns="91425" wrap="square" tIns="45700">
            <a:normAutofit/>
          </a:bodyPr>
          <a:lstStyle/>
          <a:p>
            <a:pPr indent="-225425" lvl="0" marL="225425" marR="0" rtl="0" algn="l">
              <a:lnSpc>
                <a:spcPct val="150000"/>
              </a:lnSpc>
              <a:spcBef>
                <a:spcPts val="0"/>
              </a:spcBef>
              <a:spcAft>
                <a:spcPts val="0"/>
              </a:spcAft>
              <a:buClr>
                <a:srgbClr val="3760AA"/>
              </a:buClr>
              <a:buSzPts val="2800"/>
              <a:buFont typeface="Arial"/>
              <a:buChar char="•"/>
            </a:pPr>
            <a:r>
              <a:rPr b="0" lang="en-US" sz="2800">
                <a:solidFill>
                  <a:srgbClr val="3760AA"/>
                </a:solidFill>
                <a:latin typeface="Arial"/>
                <a:ea typeface="Arial"/>
                <a:cs typeface="Arial"/>
                <a:sym typeface="Arial"/>
              </a:rPr>
              <a:t>Depth-First Search</a:t>
            </a:r>
            <a:endParaRPr/>
          </a:p>
          <a:p>
            <a:pPr indent="-225425" lvl="0" marL="225425" marR="0" rtl="0" algn="l">
              <a:lnSpc>
                <a:spcPct val="150000"/>
              </a:lnSpc>
              <a:spcBef>
                <a:spcPts val="560"/>
              </a:spcBef>
              <a:spcAft>
                <a:spcPts val="0"/>
              </a:spcAft>
              <a:buClr>
                <a:srgbClr val="3760AA"/>
              </a:buClr>
              <a:buSzPts val="2800"/>
              <a:buFont typeface="Arial"/>
              <a:buChar char="•"/>
            </a:pPr>
            <a:r>
              <a:rPr b="0" lang="en-US" sz="2800">
                <a:solidFill>
                  <a:srgbClr val="3760AA"/>
                </a:solidFill>
                <a:latin typeface="Arial"/>
                <a:ea typeface="Arial"/>
                <a:cs typeface="Arial"/>
                <a:sym typeface="Arial"/>
              </a:rPr>
              <a:t>Breadth-First Search  </a:t>
            </a:r>
            <a:endParaRPr/>
          </a:p>
          <a:p>
            <a:pPr indent="-225425" lvl="0" marL="225425" marR="0" rtl="0" algn="l">
              <a:lnSpc>
                <a:spcPct val="150000"/>
              </a:lnSpc>
              <a:spcBef>
                <a:spcPts val="560"/>
              </a:spcBef>
              <a:spcAft>
                <a:spcPts val="0"/>
              </a:spcAft>
              <a:buClr>
                <a:srgbClr val="3760AA"/>
              </a:buClr>
              <a:buSzPts val="2800"/>
              <a:buFont typeface="Arial"/>
              <a:buChar char="•"/>
            </a:pPr>
            <a:r>
              <a:rPr b="0" lang="en-US" sz="2800">
                <a:solidFill>
                  <a:srgbClr val="3760AA"/>
                </a:solidFill>
                <a:latin typeface="Arial"/>
                <a:ea typeface="Arial"/>
                <a:cs typeface="Arial"/>
                <a:sym typeface="Arial"/>
              </a:rPr>
              <a:t>Iterative-Deepening Search</a:t>
            </a:r>
            <a:endParaRPr/>
          </a:p>
          <a:p>
            <a:pPr indent="-225425" lvl="0" marL="225425" marR="0" rtl="0" algn="l">
              <a:lnSpc>
                <a:spcPct val="150000"/>
              </a:lnSpc>
              <a:spcBef>
                <a:spcPts val="560"/>
              </a:spcBef>
              <a:spcAft>
                <a:spcPts val="0"/>
              </a:spcAft>
              <a:buClr>
                <a:srgbClr val="3760AA"/>
              </a:buClr>
              <a:buSzPts val="2800"/>
              <a:buFont typeface="Arial"/>
              <a:buChar char="•"/>
            </a:pPr>
            <a:r>
              <a:rPr b="0" lang="en-US" sz="2800">
                <a:solidFill>
                  <a:srgbClr val="3760AA"/>
                </a:solidFill>
                <a:latin typeface="Arial"/>
                <a:ea typeface="Arial"/>
                <a:cs typeface="Arial"/>
                <a:sym typeface="Arial"/>
              </a:rPr>
              <a:t>Uniform-Cost Search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7"/>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Depth-First Search (DFS)</a:t>
            </a:r>
            <a:endParaRPr/>
          </a:p>
        </p:txBody>
      </p:sp>
      <p:pic>
        <p:nvPicPr>
          <p:cNvPr id="413" name="Google Shape;413;p17"/>
          <p:cNvPicPr preferRelativeResize="0"/>
          <p:nvPr/>
        </p:nvPicPr>
        <p:blipFill rotWithShape="1">
          <a:blip r:embed="rId3">
            <a:alphaModFix/>
          </a:blip>
          <a:srcRect b="8726" l="0" r="0" t="24119"/>
          <a:stretch/>
        </p:blipFill>
        <p:spPr>
          <a:xfrm>
            <a:off x="2386917" y="2272890"/>
            <a:ext cx="7798819" cy="3929987"/>
          </a:xfrm>
          <a:prstGeom prst="rect">
            <a:avLst/>
          </a:prstGeom>
          <a:noFill/>
          <a:ln>
            <a:noFill/>
          </a:ln>
        </p:spPr>
      </p:pic>
      <p:sp>
        <p:nvSpPr>
          <p:cNvPr id="414" name="Google Shape;414;p17"/>
          <p:cNvSpPr txBox="1"/>
          <p:nvPr/>
        </p:nvSpPr>
        <p:spPr>
          <a:xfrm>
            <a:off x="1172127" y="1257231"/>
            <a:ext cx="7323274" cy="1015659"/>
          </a:xfrm>
          <a:prstGeom prst="rect">
            <a:avLst/>
          </a:prstGeom>
          <a:noFill/>
          <a:ln>
            <a:noFill/>
          </a:ln>
        </p:spPr>
        <p:txBody>
          <a:bodyPr anchorCtr="0" anchor="t" bIns="45700" lIns="91425" spcFirstLastPara="1" rIns="91425" wrap="square" tIns="45700">
            <a:spAutoFit/>
          </a:bodyPr>
          <a:lstStyle/>
          <a:p>
            <a:pPr indent="-174625" lvl="0" marL="174625" marR="0" rtl="0" algn="l">
              <a:spcBef>
                <a:spcPts val="0"/>
              </a:spcBef>
              <a:spcAft>
                <a:spcPts val="0"/>
              </a:spcAft>
              <a:buClr>
                <a:schemeClr val="dk1"/>
              </a:buClr>
              <a:buSzPts val="2400"/>
              <a:buFont typeface="Arial"/>
              <a:buChar char="•"/>
            </a:pPr>
            <a:r>
              <a:rPr b="1" lang="en-US" sz="2400">
                <a:solidFill>
                  <a:schemeClr val="dk1"/>
                </a:solidFill>
                <a:latin typeface="Arial"/>
                <a:ea typeface="Arial"/>
                <a:cs typeface="Arial"/>
                <a:sym typeface="Arial"/>
              </a:rPr>
              <a:t>Strategy: </a:t>
            </a:r>
            <a:r>
              <a:rPr lang="en-US" sz="2400">
                <a:solidFill>
                  <a:schemeClr val="dk1"/>
                </a:solidFill>
                <a:latin typeface="Arial"/>
                <a:ea typeface="Arial"/>
                <a:cs typeface="Arial"/>
                <a:sym typeface="Arial"/>
              </a:rPr>
              <a:t>expand a deepest node first</a:t>
            </a:r>
            <a:endParaRPr/>
          </a:p>
          <a:p>
            <a:pPr indent="-174625" lvl="0" marL="174625" marR="0" rtl="0" algn="l">
              <a:spcBef>
                <a:spcPts val="1200"/>
              </a:spcBef>
              <a:spcAft>
                <a:spcPts val="0"/>
              </a:spcAft>
              <a:buClr>
                <a:schemeClr val="dk1"/>
              </a:buClr>
              <a:buSzPts val="2400"/>
              <a:buFont typeface="Arial"/>
              <a:buChar char="•"/>
            </a:pPr>
            <a:r>
              <a:rPr b="1" lang="en-US" sz="2400">
                <a:solidFill>
                  <a:schemeClr val="dk1"/>
                </a:solidFill>
                <a:latin typeface="Arial"/>
                <a:ea typeface="Arial"/>
                <a:cs typeface="Arial"/>
                <a:sym typeface="Arial"/>
              </a:rPr>
              <a:t>Implementation: </a:t>
            </a:r>
            <a:r>
              <a:rPr lang="en-US" sz="2400">
                <a:solidFill>
                  <a:schemeClr val="dk1"/>
                </a:solidFill>
                <a:latin typeface="Arial"/>
                <a:ea typeface="Arial"/>
                <a:cs typeface="Arial"/>
                <a:sym typeface="Arial"/>
              </a:rPr>
              <a:t>Fringe is a LIFO </a:t>
            </a:r>
            <a:r>
              <a:rPr b="1" lang="en-US" sz="2400">
                <a:solidFill>
                  <a:schemeClr val="dk1"/>
                </a:solidFill>
                <a:latin typeface="Arial"/>
                <a:ea typeface="Arial"/>
                <a:cs typeface="Arial"/>
                <a:sym typeface="Arial"/>
              </a:rPr>
              <a:t>stack</a:t>
            </a:r>
            <a:endParaRPr/>
          </a:p>
        </p:txBody>
      </p:sp>
      <p:sp>
        <p:nvSpPr>
          <p:cNvPr id="415" name="Google Shape;415;p17"/>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416" name="Google Shape;416;p17"/>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18"/>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Depth-First Search (DFS)</a:t>
            </a:r>
            <a:endParaRPr/>
          </a:p>
        </p:txBody>
      </p:sp>
      <p:grpSp>
        <p:nvGrpSpPr>
          <p:cNvPr id="422" name="Google Shape;422;p18"/>
          <p:cNvGrpSpPr/>
          <p:nvPr/>
        </p:nvGrpSpPr>
        <p:grpSpPr>
          <a:xfrm>
            <a:off x="2655994" y="3184190"/>
            <a:ext cx="5484971" cy="3355591"/>
            <a:chOff x="48" y="2332"/>
            <a:chExt cx="3456" cy="2406"/>
          </a:xfrm>
        </p:grpSpPr>
        <p:sp>
          <p:nvSpPr>
            <p:cNvPr id="423" name="Google Shape;423;p18"/>
            <p:cNvSpPr txBox="1"/>
            <p:nvPr/>
          </p:nvSpPr>
          <p:spPr>
            <a:xfrm>
              <a:off x="1728" y="2332"/>
              <a:ext cx="624"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S</a:t>
              </a:r>
              <a:endParaRPr/>
            </a:p>
          </p:txBody>
        </p:sp>
        <p:sp>
          <p:nvSpPr>
            <p:cNvPr id="424" name="Google Shape;424;p18"/>
            <p:cNvSpPr txBox="1"/>
            <p:nvPr/>
          </p:nvSpPr>
          <p:spPr>
            <a:xfrm>
              <a:off x="48" y="3417"/>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sp>
          <p:nvSpPr>
            <p:cNvPr id="425" name="Google Shape;425;p18"/>
            <p:cNvSpPr txBox="1"/>
            <p:nvPr/>
          </p:nvSpPr>
          <p:spPr>
            <a:xfrm>
              <a:off x="48" y="303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b</a:t>
              </a:r>
              <a:endParaRPr/>
            </a:p>
          </p:txBody>
        </p:sp>
        <p:sp>
          <p:nvSpPr>
            <p:cNvPr id="426" name="Google Shape;426;p18"/>
            <p:cNvSpPr txBox="1"/>
            <p:nvPr/>
          </p:nvSpPr>
          <p:spPr>
            <a:xfrm>
              <a:off x="384" y="268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d</a:t>
              </a:r>
              <a:endParaRPr/>
            </a:p>
          </p:txBody>
        </p:sp>
        <p:sp>
          <p:nvSpPr>
            <p:cNvPr id="427" name="Google Shape;427;p18"/>
            <p:cNvSpPr txBox="1"/>
            <p:nvPr/>
          </p:nvSpPr>
          <p:spPr>
            <a:xfrm>
              <a:off x="3264" y="2640"/>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p</a:t>
              </a:r>
              <a:endParaRPr/>
            </a:p>
          </p:txBody>
        </p:sp>
        <p:sp>
          <p:nvSpPr>
            <p:cNvPr id="428" name="Google Shape;428;p18"/>
            <p:cNvSpPr txBox="1"/>
            <p:nvPr/>
          </p:nvSpPr>
          <p:spPr>
            <a:xfrm>
              <a:off x="480" y="3417"/>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sp>
          <p:nvSpPr>
            <p:cNvPr id="429" name="Google Shape;429;p18"/>
            <p:cNvSpPr txBox="1"/>
            <p:nvPr/>
          </p:nvSpPr>
          <p:spPr>
            <a:xfrm>
              <a:off x="480" y="303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cxnSp>
          <p:nvCxnSpPr>
            <p:cNvPr id="430" name="Google Shape;430;p18"/>
            <p:cNvCxnSpPr>
              <a:stCxn id="426" idx="2"/>
              <a:endCxn id="425" idx="0"/>
            </p:cNvCxnSpPr>
            <p:nvPr/>
          </p:nvCxnSpPr>
          <p:spPr>
            <a:xfrm rot="10800000">
              <a:off x="204" y="2953"/>
              <a:ext cx="300" cy="0"/>
            </a:xfrm>
            <a:prstGeom prst="straightConnector1">
              <a:avLst/>
            </a:prstGeom>
            <a:noFill/>
            <a:ln cap="flat" cmpd="sng" w="9525">
              <a:solidFill>
                <a:schemeClr val="dk1"/>
              </a:solidFill>
              <a:prstDash val="solid"/>
              <a:round/>
              <a:headEnd len="med" w="med" type="none"/>
              <a:tailEnd len="med" w="med" type="none"/>
            </a:ln>
          </p:spPr>
        </p:cxnSp>
        <p:cxnSp>
          <p:nvCxnSpPr>
            <p:cNvPr id="431" name="Google Shape;431;p18"/>
            <p:cNvCxnSpPr>
              <a:stCxn id="426" idx="2"/>
              <a:endCxn id="429" idx="0"/>
            </p:cNvCxnSpPr>
            <p:nvPr/>
          </p:nvCxnSpPr>
          <p:spPr>
            <a:xfrm>
              <a:off x="504" y="2953"/>
              <a:ext cx="0" cy="0"/>
            </a:xfrm>
            <a:prstGeom prst="straightConnector1">
              <a:avLst/>
            </a:prstGeom>
            <a:noFill/>
            <a:ln cap="flat" cmpd="sng" w="9525">
              <a:solidFill>
                <a:schemeClr val="dk1"/>
              </a:solidFill>
              <a:prstDash val="solid"/>
              <a:round/>
              <a:headEnd len="med" w="med" type="none"/>
              <a:tailEnd len="med" w="med" type="none"/>
            </a:ln>
          </p:spPr>
        </p:cxnSp>
        <p:cxnSp>
          <p:nvCxnSpPr>
            <p:cNvPr id="432" name="Google Shape;432;p18"/>
            <p:cNvCxnSpPr>
              <a:stCxn id="425" idx="2"/>
              <a:endCxn id="424" idx="0"/>
            </p:cNvCxnSpPr>
            <p:nvPr/>
          </p:nvCxnSpPr>
          <p:spPr>
            <a:xfrm>
              <a:off x="168" y="3298"/>
              <a:ext cx="0" cy="0"/>
            </a:xfrm>
            <a:prstGeom prst="straightConnector1">
              <a:avLst/>
            </a:prstGeom>
            <a:noFill/>
            <a:ln cap="flat" cmpd="sng" w="9525">
              <a:solidFill>
                <a:schemeClr val="dk1"/>
              </a:solidFill>
              <a:prstDash val="solid"/>
              <a:round/>
              <a:headEnd len="med" w="med" type="none"/>
              <a:tailEnd len="med" w="med" type="none"/>
            </a:ln>
          </p:spPr>
        </p:cxnSp>
        <p:cxnSp>
          <p:nvCxnSpPr>
            <p:cNvPr id="433" name="Google Shape;433;p18"/>
            <p:cNvCxnSpPr>
              <a:stCxn id="429" idx="2"/>
              <a:endCxn id="428" idx="0"/>
            </p:cNvCxnSpPr>
            <p:nvPr/>
          </p:nvCxnSpPr>
          <p:spPr>
            <a:xfrm>
              <a:off x="600" y="3298"/>
              <a:ext cx="0" cy="0"/>
            </a:xfrm>
            <a:prstGeom prst="straightConnector1">
              <a:avLst/>
            </a:prstGeom>
            <a:noFill/>
            <a:ln cap="flat" cmpd="sng" w="9525">
              <a:solidFill>
                <a:schemeClr val="dk1"/>
              </a:solidFill>
              <a:prstDash val="solid"/>
              <a:round/>
              <a:headEnd len="med" w="med" type="none"/>
              <a:tailEnd len="med" w="med" type="none"/>
            </a:ln>
          </p:spPr>
        </p:cxnSp>
        <p:grpSp>
          <p:nvGrpSpPr>
            <p:cNvPr id="434" name="Google Shape;434;p18"/>
            <p:cNvGrpSpPr/>
            <p:nvPr/>
          </p:nvGrpSpPr>
          <p:grpSpPr>
            <a:xfrm>
              <a:off x="1776" y="2640"/>
              <a:ext cx="1104" cy="1714"/>
              <a:chOff x="1152" y="2640"/>
              <a:chExt cx="1104" cy="1714"/>
            </a:xfrm>
          </p:grpSpPr>
          <p:sp>
            <p:nvSpPr>
              <p:cNvPr id="435" name="Google Shape;435;p18"/>
              <p:cNvSpPr txBox="1"/>
              <p:nvPr/>
            </p:nvSpPr>
            <p:spPr>
              <a:xfrm>
                <a:off x="1536" y="2640"/>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e</a:t>
                </a:r>
                <a:endParaRPr/>
              </a:p>
            </p:txBody>
          </p:sp>
          <p:sp>
            <p:nvSpPr>
              <p:cNvPr id="436" name="Google Shape;436;p18"/>
              <p:cNvSpPr txBox="1"/>
              <p:nvPr/>
            </p:nvSpPr>
            <p:spPr>
              <a:xfrm>
                <a:off x="1152"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p</a:t>
                </a:r>
                <a:endParaRPr/>
              </a:p>
            </p:txBody>
          </p:sp>
          <p:sp>
            <p:nvSpPr>
              <p:cNvPr id="437" name="Google Shape;437;p18"/>
              <p:cNvSpPr txBox="1"/>
              <p:nvPr/>
            </p:nvSpPr>
            <p:spPr>
              <a:xfrm>
                <a:off x="1296" y="302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h</a:t>
                </a:r>
                <a:endParaRPr/>
              </a:p>
            </p:txBody>
          </p:sp>
          <p:sp>
            <p:nvSpPr>
              <p:cNvPr id="438" name="Google Shape;438;p18"/>
              <p:cNvSpPr txBox="1"/>
              <p:nvPr/>
            </p:nvSpPr>
            <p:spPr>
              <a:xfrm>
                <a:off x="1728"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f</a:t>
                </a:r>
                <a:endParaRPr/>
              </a:p>
            </p:txBody>
          </p:sp>
          <p:sp>
            <p:nvSpPr>
              <p:cNvPr id="439" name="Google Shape;439;p18"/>
              <p:cNvSpPr txBox="1"/>
              <p:nvPr/>
            </p:nvSpPr>
            <p:spPr>
              <a:xfrm>
                <a:off x="1728" y="302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r</a:t>
                </a:r>
                <a:endParaRPr/>
              </a:p>
            </p:txBody>
          </p:sp>
          <p:sp>
            <p:nvSpPr>
              <p:cNvPr id="440" name="Google Shape;440;p18"/>
              <p:cNvSpPr txBox="1"/>
              <p:nvPr/>
            </p:nvSpPr>
            <p:spPr>
              <a:xfrm>
                <a:off x="1440"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441" name="Google Shape;441;p18"/>
              <p:cNvSpPr txBox="1"/>
              <p:nvPr/>
            </p:nvSpPr>
            <p:spPr>
              <a:xfrm>
                <a:off x="1152" y="375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442" name="Google Shape;442;p18"/>
              <p:cNvSpPr txBox="1"/>
              <p:nvPr/>
            </p:nvSpPr>
            <p:spPr>
              <a:xfrm>
                <a:off x="1584" y="375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sp>
            <p:nvSpPr>
              <p:cNvPr id="443" name="Google Shape;443;p18"/>
              <p:cNvSpPr txBox="1"/>
              <p:nvPr/>
            </p:nvSpPr>
            <p:spPr>
              <a:xfrm>
                <a:off x="1776" y="3792"/>
                <a:ext cx="48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G</a:t>
                </a:r>
                <a:endParaRPr/>
              </a:p>
            </p:txBody>
          </p:sp>
          <p:sp>
            <p:nvSpPr>
              <p:cNvPr id="444" name="Google Shape;444;p18"/>
              <p:cNvSpPr txBox="1"/>
              <p:nvPr/>
            </p:nvSpPr>
            <p:spPr>
              <a:xfrm>
                <a:off x="1584" y="4089"/>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cxnSp>
            <p:nvCxnSpPr>
              <p:cNvPr id="445" name="Google Shape;445;p18"/>
              <p:cNvCxnSpPr>
                <a:stCxn id="435" idx="2"/>
                <a:endCxn id="437" idx="0"/>
              </p:cNvCxnSpPr>
              <p:nvPr/>
            </p:nvCxnSpPr>
            <p:spPr>
              <a:xfrm rot="10800000">
                <a:off x="1356" y="2905"/>
                <a:ext cx="300" cy="0"/>
              </a:xfrm>
              <a:prstGeom prst="straightConnector1">
                <a:avLst/>
              </a:prstGeom>
              <a:noFill/>
              <a:ln cap="flat" cmpd="sng" w="9525">
                <a:solidFill>
                  <a:schemeClr val="dk1"/>
                </a:solidFill>
                <a:prstDash val="solid"/>
                <a:round/>
                <a:headEnd len="med" w="med" type="none"/>
                <a:tailEnd len="med" w="med" type="none"/>
              </a:ln>
            </p:spPr>
          </p:cxnSp>
          <p:cxnSp>
            <p:nvCxnSpPr>
              <p:cNvPr id="446" name="Google Shape;446;p18"/>
              <p:cNvCxnSpPr>
                <a:stCxn id="435" idx="2"/>
                <a:endCxn id="439" idx="0"/>
              </p:cNvCxnSpPr>
              <p:nvPr/>
            </p:nvCxnSpPr>
            <p:spPr>
              <a:xfrm>
                <a:off x="1656" y="2905"/>
                <a:ext cx="300" cy="0"/>
              </a:xfrm>
              <a:prstGeom prst="straightConnector1">
                <a:avLst/>
              </a:prstGeom>
              <a:noFill/>
              <a:ln cap="flat" cmpd="sng" w="9525">
                <a:solidFill>
                  <a:schemeClr val="dk1"/>
                </a:solidFill>
                <a:prstDash val="solid"/>
                <a:round/>
                <a:headEnd len="med" w="med" type="none"/>
                <a:tailEnd len="med" w="med" type="none"/>
              </a:ln>
            </p:spPr>
          </p:cxnSp>
          <p:cxnSp>
            <p:nvCxnSpPr>
              <p:cNvPr id="447" name="Google Shape;447;p18"/>
              <p:cNvCxnSpPr>
                <a:stCxn id="437" idx="2"/>
                <a:endCxn id="436" idx="0"/>
              </p:cNvCxnSpPr>
              <p:nvPr/>
            </p:nvCxnSpPr>
            <p:spPr>
              <a:xfrm>
                <a:off x="1416"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448" name="Google Shape;448;p18"/>
              <p:cNvCxnSpPr>
                <a:stCxn id="437" idx="2"/>
                <a:endCxn id="440" idx="0"/>
              </p:cNvCxnSpPr>
              <p:nvPr/>
            </p:nvCxnSpPr>
            <p:spPr>
              <a:xfrm>
                <a:off x="1416"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449" name="Google Shape;449;p18"/>
              <p:cNvCxnSpPr>
                <a:stCxn id="439" idx="2"/>
                <a:endCxn id="438" idx="0"/>
              </p:cNvCxnSpPr>
              <p:nvPr/>
            </p:nvCxnSpPr>
            <p:spPr>
              <a:xfrm>
                <a:off x="1848"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450" name="Google Shape;450;p18"/>
              <p:cNvCxnSpPr>
                <a:stCxn id="436" idx="2"/>
                <a:endCxn id="441" idx="0"/>
              </p:cNvCxnSpPr>
              <p:nvPr/>
            </p:nvCxnSpPr>
            <p:spPr>
              <a:xfrm>
                <a:off x="1272" y="3673"/>
                <a:ext cx="0" cy="0"/>
              </a:xfrm>
              <a:prstGeom prst="straightConnector1">
                <a:avLst/>
              </a:prstGeom>
              <a:noFill/>
              <a:ln cap="flat" cmpd="sng" w="9525">
                <a:solidFill>
                  <a:schemeClr val="dk1"/>
                </a:solidFill>
                <a:prstDash val="solid"/>
                <a:round/>
                <a:headEnd len="med" w="med" type="none"/>
                <a:tailEnd len="med" w="med" type="none"/>
              </a:ln>
            </p:spPr>
          </p:cxnSp>
          <p:cxnSp>
            <p:nvCxnSpPr>
              <p:cNvPr id="451" name="Google Shape;451;p18"/>
              <p:cNvCxnSpPr>
                <a:stCxn id="438" idx="2"/>
                <a:endCxn id="442" idx="0"/>
              </p:cNvCxnSpPr>
              <p:nvPr/>
            </p:nvCxnSpPr>
            <p:spPr>
              <a:xfrm>
                <a:off x="1848" y="3673"/>
                <a:ext cx="0" cy="0"/>
              </a:xfrm>
              <a:prstGeom prst="straightConnector1">
                <a:avLst/>
              </a:prstGeom>
              <a:noFill/>
              <a:ln cap="flat" cmpd="sng" w="9525">
                <a:solidFill>
                  <a:schemeClr val="dk1"/>
                </a:solidFill>
                <a:prstDash val="solid"/>
                <a:round/>
                <a:headEnd len="med" w="med" type="none"/>
                <a:tailEnd len="med" w="med" type="none"/>
              </a:ln>
            </p:spPr>
          </p:cxnSp>
          <p:cxnSp>
            <p:nvCxnSpPr>
              <p:cNvPr id="452" name="Google Shape;452;p18"/>
              <p:cNvCxnSpPr>
                <a:stCxn id="438" idx="2"/>
                <a:endCxn id="443" idx="0"/>
              </p:cNvCxnSpPr>
              <p:nvPr/>
            </p:nvCxnSpPr>
            <p:spPr>
              <a:xfrm>
                <a:off x="1848" y="3673"/>
                <a:ext cx="300" cy="0"/>
              </a:xfrm>
              <a:prstGeom prst="straightConnector1">
                <a:avLst/>
              </a:prstGeom>
              <a:noFill/>
              <a:ln cap="flat" cmpd="sng" w="9525">
                <a:solidFill>
                  <a:schemeClr val="dk1"/>
                </a:solidFill>
                <a:prstDash val="solid"/>
                <a:round/>
                <a:headEnd len="med" w="med" type="none"/>
                <a:tailEnd len="med" w="med" type="none"/>
              </a:ln>
            </p:spPr>
          </p:cxnSp>
          <p:cxnSp>
            <p:nvCxnSpPr>
              <p:cNvPr id="453" name="Google Shape;453;p18"/>
              <p:cNvCxnSpPr>
                <a:stCxn id="442" idx="2"/>
                <a:endCxn id="444" idx="0"/>
              </p:cNvCxnSpPr>
              <p:nvPr/>
            </p:nvCxnSpPr>
            <p:spPr>
              <a:xfrm>
                <a:off x="1704" y="4018"/>
                <a:ext cx="0" cy="0"/>
              </a:xfrm>
              <a:prstGeom prst="straightConnector1">
                <a:avLst/>
              </a:prstGeom>
              <a:noFill/>
              <a:ln cap="flat" cmpd="sng" w="9525">
                <a:solidFill>
                  <a:schemeClr val="dk1"/>
                </a:solidFill>
                <a:prstDash val="solid"/>
                <a:round/>
                <a:headEnd len="med" w="med" type="none"/>
                <a:tailEnd len="med" w="med" type="none"/>
              </a:ln>
            </p:spPr>
          </p:cxnSp>
        </p:grpSp>
        <p:sp>
          <p:nvSpPr>
            <p:cNvPr id="454" name="Google Shape;454;p18"/>
            <p:cNvSpPr txBox="1"/>
            <p:nvPr/>
          </p:nvSpPr>
          <p:spPr>
            <a:xfrm>
              <a:off x="3264" y="299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cxnSp>
          <p:nvCxnSpPr>
            <p:cNvPr id="455" name="Google Shape;455;p18"/>
            <p:cNvCxnSpPr>
              <a:stCxn id="427" idx="2"/>
              <a:endCxn id="454" idx="0"/>
            </p:cNvCxnSpPr>
            <p:nvPr/>
          </p:nvCxnSpPr>
          <p:spPr>
            <a:xfrm>
              <a:off x="3384" y="2905"/>
              <a:ext cx="0" cy="0"/>
            </a:xfrm>
            <a:prstGeom prst="straightConnector1">
              <a:avLst/>
            </a:prstGeom>
            <a:noFill/>
            <a:ln cap="flat" cmpd="sng" w="9525">
              <a:solidFill>
                <a:schemeClr val="dk1"/>
              </a:solidFill>
              <a:prstDash val="solid"/>
              <a:round/>
              <a:headEnd len="med" w="med" type="none"/>
              <a:tailEnd len="med" w="med" type="none"/>
            </a:ln>
          </p:spPr>
        </p:cxnSp>
        <p:grpSp>
          <p:nvGrpSpPr>
            <p:cNvPr id="456" name="Google Shape;456;p18"/>
            <p:cNvGrpSpPr/>
            <p:nvPr/>
          </p:nvGrpSpPr>
          <p:grpSpPr>
            <a:xfrm>
              <a:off x="624" y="3024"/>
              <a:ext cx="1104" cy="1714"/>
              <a:chOff x="1152" y="2640"/>
              <a:chExt cx="1104" cy="1714"/>
            </a:xfrm>
          </p:grpSpPr>
          <p:sp>
            <p:nvSpPr>
              <p:cNvPr id="457" name="Google Shape;457;p18"/>
              <p:cNvSpPr txBox="1"/>
              <p:nvPr/>
            </p:nvSpPr>
            <p:spPr>
              <a:xfrm>
                <a:off x="1536" y="2640"/>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e</a:t>
                </a:r>
                <a:endParaRPr/>
              </a:p>
            </p:txBody>
          </p:sp>
          <p:sp>
            <p:nvSpPr>
              <p:cNvPr id="458" name="Google Shape;458;p18"/>
              <p:cNvSpPr txBox="1"/>
              <p:nvPr/>
            </p:nvSpPr>
            <p:spPr>
              <a:xfrm>
                <a:off x="1152"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p</a:t>
                </a:r>
                <a:endParaRPr/>
              </a:p>
            </p:txBody>
          </p:sp>
          <p:sp>
            <p:nvSpPr>
              <p:cNvPr id="459" name="Google Shape;459;p18"/>
              <p:cNvSpPr txBox="1"/>
              <p:nvPr/>
            </p:nvSpPr>
            <p:spPr>
              <a:xfrm>
                <a:off x="1296" y="302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h</a:t>
                </a:r>
                <a:endParaRPr/>
              </a:p>
            </p:txBody>
          </p:sp>
          <p:sp>
            <p:nvSpPr>
              <p:cNvPr id="460" name="Google Shape;460;p18"/>
              <p:cNvSpPr txBox="1"/>
              <p:nvPr/>
            </p:nvSpPr>
            <p:spPr>
              <a:xfrm>
                <a:off x="1728"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f</a:t>
                </a:r>
                <a:endParaRPr/>
              </a:p>
            </p:txBody>
          </p:sp>
          <p:sp>
            <p:nvSpPr>
              <p:cNvPr id="461" name="Google Shape;461;p18"/>
              <p:cNvSpPr txBox="1"/>
              <p:nvPr/>
            </p:nvSpPr>
            <p:spPr>
              <a:xfrm>
                <a:off x="1728" y="302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r</a:t>
                </a:r>
                <a:endParaRPr/>
              </a:p>
            </p:txBody>
          </p:sp>
          <p:sp>
            <p:nvSpPr>
              <p:cNvPr id="462" name="Google Shape;462;p18"/>
              <p:cNvSpPr txBox="1"/>
              <p:nvPr/>
            </p:nvSpPr>
            <p:spPr>
              <a:xfrm>
                <a:off x="1440"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463" name="Google Shape;463;p18"/>
              <p:cNvSpPr txBox="1"/>
              <p:nvPr/>
            </p:nvSpPr>
            <p:spPr>
              <a:xfrm>
                <a:off x="1152" y="375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464" name="Google Shape;464;p18"/>
              <p:cNvSpPr txBox="1"/>
              <p:nvPr/>
            </p:nvSpPr>
            <p:spPr>
              <a:xfrm>
                <a:off x="1584" y="375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sp>
            <p:nvSpPr>
              <p:cNvPr id="465" name="Google Shape;465;p18"/>
              <p:cNvSpPr txBox="1"/>
              <p:nvPr/>
            </p:nvSpPr>
            <p:spPr>
              <a:xfrm>
                <a:off x="1776" y="3792"/>
                <a:ext cx="48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G</a:t>
                </a:r>
                <a:endParaRPr/>
              </a:p>
            </p:txBody>
          </p:sp>
          <p:sp>
            <p:nvSpPr>
              <p:cNvPr id="466" name="Google Shape;466;p18"/>
              <p:cNvSpPr txBox="1"/>
              <p:nvPr/>
            </p:nvSpPr>
            <p:spPr>
              <a:xfrm>
                <a:off x="1584" y="4089"/>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cxnSp>
            <p:nvCxnSpPr>
              <p:cNvPr id="467" name="Google Shape;467;p18"/>
              <p:cNvCxnSpPr>
                <a:stCxn id="457" idx="2"/>
                <a:endCxn id="459" idx="0"/>
              </p:cNvCxnSpPr>
              <p:nvPr/>
            </p:nvCxnSpPr>
            <p:spPr>
              <a:xfrm rot="10800000">
                <a:off x="1356" y="2905"/>
                <a:ext cx="300" cy="0"/>
              </a:xfrm>
              <a:prstGeom prst="straightConnector1">
                <a:avLst/>
              </a:prstGeom>
              <a:noFill/>
              <a:ln cap="flat" cmpd="sng" w="9525">
                <a:solidFill>
                  <a:schemeClr val="dk1"/>
                </a:solidFill>
                <a:prstDash val="solid"/>
                <a:round/>
                <a:headEnd len="med" w="med" type="none"/>
                <a:tailEnd len="med" w="med" type="none"/>
              </a:ln>
            </p:spPr>
          </p:cxnSp>
          <p:cxnSp>
            <p:nvCxnSpPr>
              <p:cNvPr id="468" name="Google Shape;468;p18"/>
              <p:cNvCxnSpPr>
                <a:stCxn id="457" idx="2"/>
                <a:endCxn id="461" idx="0"/>
              </p:cNvCxnSpPr>
              <p:nvPr/>
            </p:nvCxnSpPr>
            <p:spPr>
              <a:xfrm>
                <a:off x="1656" y="2905"/>
                <a:ext cx="300" cy="0"/>
              </a:xfrm>
              <a:prstGeom prst="straightConnector1">
                <a:avLst/>
              </a:prstGeom>
              <a:noFill/>
              <a:ln cap="flat" cmpd="sng" w="9525">
                <a:solidFill>
                  <a:schemeClr val="dk1"/>
                </a:solidFill>
                <a:prstDash val="solid"/>
                <a:round/>
                <a:headEnd len="med" w="med" type="none"/>
                <a:tailEnd len="med" w="med" type="none"/>
              </a:ln>
            </p:spPr>
          </p:cxnSp>
          <p:cxnSp>
            <p:nvCxnSpPr>
              <p:cNvPr id="469" name="Google Shape;469;p18"/>
              <p:cNvCxnSpPr>
                <a:stCxn id="459" idx="2"/>
                <a:endCxn id="458" idx="0"/>
              </p:cNvCxnSpPr>
              <p:nvPr/>
            </p:nvCxnSpPr>
            <p:spPr>
              <a:xfrm>
                <a:off x="1416"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470" name="Google Shape;470;p18"/>
              <p:cNvCxnSpPr>
                <a:stCxn id="459" idx="2"/>
                <a:endCxn id="462" idx="0"/>
              </p:cNvCxnSpPr>
              <p:nvPr/>
            </p:nvCxnSpPr>
            <p:spPr>
              <a:xfrm>
                <a:off x="1416"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471" name="Google Shape;471;p18"/>
              <p:cNvCxnSpPr>
                <a:stCxn id="461" idx="2"/>
                <a:endCxn id="460" idx="0"/>
              </p:cNvCxnSpPr>
              <p:nvPr/>
            </p:nvCxnSpPr>
            <p:spPr>
              <a:xfrm>
                <a:off x="1848"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472" name="Google Shape;472;p18"/>
              <p:cNvCxnSpPr>
                <a:stCxn id="458" idx="2"/>
                <a:endCxn id="463" idx="0"/>
              </p:cNvCxnSpPr>
              <p:nvPr/>
            </p:nvCxnSpPr>
            <p:spPr>
              <a:xfrm>
                <a:off x="1272" y="3673"/>
                <a:ext cx="0" cy="0"/>
              </a:xfrm>
              <a:prstGeom prst="straightConnector1">
                <a:avLst/>
              </a:prstGeom>
              <a:noFill/>
              <a:ln cap="flat" cmpd="sng" w="9525">
                <a:solidFill>
                  <a:schemeClr val="dk1"/>
                </a:solidFill>
                <a:prstDash val="solid"/>
                <a:round/>
                <a:headEnd len="med" w="med" type="none"/>
                <a:tailEnd len="med" w="med" type="none"/>
              </a:ln>
            </p:spPr>
          </p:cxnSp>
          <p:cxnSp>
            <p:nvCxnSpPr>
              <p:cNvPr id="473" name="Google Shape;473;p18"/>
              <p:cNvCxnSpPr>
                <a:stCxn id="460" idx="2"/>
                <a:endCxn id="464" idx="0"/>
              </p:cNvCxnSpPr>
              <p:nvPr/>
            </p:nvCxnSpPr>
            <p:spPr>
              <a:xfrm>
                <a:off x="1848" y="3673"/>
                <a:ext cx="0" cy="0"/>
              </a:xfrm>
              <a:prstGeom prst="straightConnector1">
                <a:avLst/>
              </a:prstGeom>
              <a:noFill/>
              <a:ln cap="flat" cmpd="sng" w="9525">
                <a:solidFill>
                  <a:schemeClr val="dk1"/>
                </a:solidFill>
                <a:prstDash val="solid"/>
                <a:round/>
                <a:headEnd len="med" w="med" type="none"/>
                <a:tailEnd len="med" w="med" type="none"/>
              </a:ln>
            </p:spPr>
          </p:cxnSp>
          <p:cxnSp>
            <p:nvCxnSpPr>
              <p:cNvPr id="474" name="Google Shape;474;p18"/>
              <p:cNvCxnSpPr>
                <a:stCxn id="460" idx="2"/>
                <a:endCxn id="465" idx="0"/>
              </p:cNvCxnSpPr>
              <p:nvPr/>
            </p:nvCxnSpPr>
            <p:spPr>
              <a:xfrm>
                <a:off x="1848" y="3673"/>
                <a:ext cx="300" cy="0"/>
              </a:xfrm>
              <a:prstGeom prst="straightConnector1">
                <a:avLst/>
              </a:prstGeom>
              <a:noFill/>
              <a:ln cap="flat" cmpd="sng" w="9525">
                <a:solidFill>
                  <a:schemeClr val="dk1"/>
                </a:solidFill>
                <a:prstDash val="solid"/>
                <a:round/>
                <a:headEnd len="med" w="med" type="none"/>
                <a:tailEnd len="med" w="med" type="none"/>
              </a:ln>
            </p:spPr>
          </p:cxnSp>
          <p:cxnSp>
            <p:nvCxnSpPr>
              <p:cNvPr id="475" name="Google Shape;475;p18"/>
              <p:cNvCxnSpPr>
                <a:stCxn id="464" idx="2"/>
                <a:endCxn id="466" idx="0"/>
              </p:cNvCxnSpPr>
              <p:nvPr/>
            </p:nvCxnSpPr>
            <p:spPr>
              <a:xfrm>
                <a:off x="1704" y="4018"/>
                <a:ext cx="0" cy="0"/>
              </a:xfrm>
              <a:prstGeom prst="straightConnector1">
                <a:avLst/>
              </a:prstGeom>
              <a:noFill/>
              <a:ln cap="flat" cmpd="sng" w="9525">
                <a:solidFill>
                  <a:schemeClr val="dk1"/>
                </a:solidFill>
                <a:prstDash val="solid"/>
                <a:round/>
                <a:headEnd len="med" w="med" type="none"/>
                <a:tailEnd len="med" w="med" type="none"/>
              </a:ln>
            </p:spPr>
          </p:cxnSp>
        </p:grpSp>
        <p:cxnSp>
          <p:nvCxnSpPr>
            <p:cNvPr id="476" name="Google Shape;476;p18"/>
            <p:cNvCxnSpPr>
              <a:stCxn id="426" idx="2"/>
              <a:endCxn id="457" idx="0"/>
            </p:cNvCxnSpPr>
            <p:nvPr/>
          </p:nvCxnSpPr>
          <p:spPr>
            <a:xfrm>
              <a:off x="504" y="2953"/>
              <a:ext cx="600" cy="0"/>
            </a:xfrm>
            <a:prstGeom prst="straightConnector1">
              <a:avLst/>
            </a:prstGeom>
            <a:noFill/>
            <a:ln cap="flat" cmpd="sng" w="9525">
              <a:solidFill>
                <a:schemeClr val="dk1"/>
              </a:solidFill>
              <a:prstDash val="solid"/>
              <a:round/>
              <a:headEnd len="med" w="med" type="none"/>
              <a:tailEnd len="med" w="med" type="none"/>
            </a:ln>
          </p:spPr>
        </p:cxnSp>
        <p:cxnSp>
          <p:nvCxnSpPr>
            <p:cNvPr id="477" name="Google Shape;477;p18"/>
            <p:cNvCxnSpPr>
              <a:stCxn id="423" idx="2"/>
              <a:endCxn id="426" idx="0"/>
            </p:cNvCxnSpPr>
            <p:nvPr/>
          </p:nvCxnSpPr>
          <p:spPr>
            <a:xfrm rot="10800000">
              <a:off x="540" y="2575"/>
              <a:ext cx="1500" cy="0"/>
            </a:xfrm>
            <a:prstGeom prst="straightConnector1">
              <a:avLst/>
            </a:prstGeom>
            <a:noFill/>
            <a:ln cap="flat" cmpd="sng" w="9525">
              <a:solidFill>
                <a:schemeClr val="dk1"/>
              </a:solidFill>
              <a:prstDash val="solid"/>
              <a:round/>
              <a:headEnd len="med" w="med" type="none"/>
              <a:tailEnd len="med" w="med" type="none"/>
            </a:ln>
          </p:spPr>
        </p:cxnSp>
        <p:cxnSp>
          <p:nvCxnSpPr>
            <p:cNvPr id="478" name="Google Shape;478;p18"/>
            <p:cNvCxnSpPr>
              <a:stCxn id="423" idx="2"/>
              <a:endCxn id="435" idx="0"/>
            </p:cNvCxnSpPr>
            <p:nvPr/>
          </p:nvCxnSpPr>
          <p:spPr>
            <a:xfrm>
              <a:off x="2040" y="2575"/>
              <a:ext cx="300" cy="0"/>
            </a:xfrm>
            <a:prstGeom prst="straightConnector1">
              <a:avLst/>
            </a:prstGeom>
            <a:noFill/>
            <a:ln cap="flat" cmpd="sng" w="9525">
              <a:solidFill>
                <a:schemeClr val="dk1"/>
              </a:solidFill>
              <a:prstDash val="solid"/>
              <a:round/>
              <a:headEnd len="med" w="med" type="none"/>
              <a:tailEnd len="med" w="med" type="none"/>
            </a:ln>
          </p:spPr>
        </p:cxnSp>
        <p:cxnSp>
          <p:nvCxnSpPr>
            <p:cNvPr id="479" name="Google Shape;479;p18"/>
            <p:cNvCxnSpPr>
              <a:stCxn id="423" idx="2"/>
              <a:endCxn id="427" idx="0"/>
            </p:cNvCxnSpPr>
            <p:nvPr/>
          </p:nvCxnSpPr>
          <p:spPr>
            <a:xfrm>
              <a:off x="2040" y="2575"/>
              <a:ext cx="1200" cy="0"/>
            </a:xfrm>
            <a:prstGeom prst="straightConnector1">
              <a:avLst/>
            </a:prstGeom>
            <a:noFill/>
            <a:ln cap="flat" cmpd="sng" w="9525">
              <a:solidFill>
                <a:schemeClr val="dk1"/>
              </a:solidFill>
              <a:prstDash val="solid"/>
              <a:round/>
              <a:headEnd len="med" w="med" type="none"/>
              <a:tailEnd len="med" w="med" type="none"/>
            </a:ln>
          </p:spPr>
        </p:cxnSp>
      </p:grpSp>
      <p:cxnSp>
        <p:nvCxnSpPr>
          <p:cNvPr id="480" name="Google Shape;480;p18"/>
          <p:cNvCxnSpPr/>
          <p:nvPr/>
        </p:nvCxnSpPr>
        <p:spPr>
          <a:xfrm flipH="1">
            <a:off x="3367009" y="3488987"/>
            <a:ext cx="2488552" cy="177800"/>
          </a:xfrm>
          <a:prstGeom prst="straightConnector1">
            <a:avLst/>
          </a:prstGeom>
          <a:noFill/>
          <a:ln cap="flat" cmpd="sng" w="38100">
            <a:solidFill>
              <a:srgbClr val="CC0000"/>
            </a:solidFill>
            <a:prstDash val="solid"/>
            <a:round/>
            <a:headEnd len="med" w="med" type="none"/>
            <a:tailEnd len="med" w="med" type="none"/>
          </a:ln>
        </p:spPr>
      </p:cxnSp>
      <p:cxnSp>
        <p:nvCxnSpPr>
          <p:cNvPr id="481" name="Google Shape;481;p18"/>
          <p:cNvCxnSpPr/>
          <p:nvPr/>
        </p:nvCxnSpPr>
        <p:spPr>
          <a:xfrm flipH="1">
            <a:off x="2836923" y="3992225"/>
            <a:ext cx="557068" cy="160339"/>
          </a:xfrm>
          <a:prstGeom prst="straightConnector1">
            <a:avLst/>
          </a:prstGeom>
          <a:noFill/>
          <a:ln cap="flat" cmpd="sng" w="38100">
            <a:solidFill>
              <a:srgbClr val="CC0000"/>
            </a:solidFill>
            <a:prstDash val="solid"/>
            <a:round/>
            <a:headEnd len="med" w="med" type="none"/>
            <a:tailEnd len="med" w="med" type="none"/>
          </a:ln>
        </p:spPr>
      </p:cxnSp>
      <p:cxnSp>
        <p:nvCxnSpPr>
          <p:cNvPr id="482" name="Google Shape;482;p18"/>
          <p:cNvCxnSpPr/>
          <p:nvPr/>
        </p:nvCxnSpPr>
        <p:spPr>
          <a:xfrm>
            <a:off x="3367011" y="3982702"/>
            <a:ext cx="160297" cy="160339"/>
          </a:xfrm>
          <a:prstGeom prst="straightConnector1">
            <a:avLst/>
          </a:prstGeom>
          <a:noFill/>
          <a:ln cap="flat" cmpd="sng" w="38100">
            <a:solidFill>
              <a:srgbClr val="CC0000"/>
            </a:solidFill>
            <a:prstDash val="solid"/>
            <a:round/>
            <a:headEnd len="med" w="med" type="none"/>
            <a:tailEnd len="med" w="med" type="none"/>
          </a:ln>
        </p:spPr>
      </p:cxnSp>
      <p:cxnSp>
        <p:nvCxnSpPr>
          <p:cNvPr id="483" name="Google Shape;483;p18"/>
          <p:cNvCxnSpPr/>
          <p:nvPr/>
        </p:nvCxnSpPr>
        <p:spPr>
          <a:xfrm flipH="1">
            <a:off x="2841689" y="4476412"/>
            <a:ext cx="3174" cy="228600"/>
          </a:xfrm>
          <a:prstGeom prst="straightConnector1">
            <a:avLst/>
          </a:prstGeom>
          <a:noFill/>
          <a:ln cap="flat" cmpd="sng" w="38100">
            <a:solidFill>
              <a:srgbClr val="CC0000"/>
            </a:solidFill>
            <a:prstDash val="solid"/>
            <a:round/>
            <a:headEnd len="med" w="med" type="none"/>
            <a:tailEnd len="med" w="med" type="none"/>
          </a:ln>
        </p:spPr>
      </p:cxnSp>
      <p:cxnSp>
        <p:nvCxnSpPr>
          <p:cNvPr id="484" name="Google Shape;484;p18"/>
          <p:cNvCxnSpPr/>
          <p:nvPr/>
        </p:nvCxnSpPr>
        <p:spPr>
          <a:xfrm flipH="1">
            <a:off x="3532073" y="4493875"/>
            <a:ext cx="3174" cy="228600"/>
          </a:xfrm>
          <a:prstGeom prst="straightConnector1">
            <a:avLst/>
          </a:prstGeom>
          <a:noFill/>
          <a:ln cap="flat" cmpd="sng" w="38100">
            <a:solidFill>
              <a:srgbClr val="CC0000"/>
            </a:solidFill>
            <a:prstDash val="solid"/>
            <a:round/>
            <a:headEnd len="med" w="med" type="none"/>
            <a:tailEnd len="med" w="med" type="none"/>
          </a:ln>
        </p:spPr>
      </p:cxnSp>
      <p:cxnSp>
        <p:nvCxnSpPr>
          <p:cNvPr id="485" name="Google Shape;485;p18"/>
          <p:cNvCxnSpPr/>
          <p:nvPr/>
        </p:nvCxnSpPr>
        <p:spPr>
          <a:xfrm>
            <a:off x="3363835" y="4006514"/>
            <a:ext cx="995104" cy="142875"/>
          </a:xfrm>
          <a:prstGeom prst="straightConnector1">
            <a:avLst/>
          </a:prstGeom>
          <a:noFill/>
          <a:ln cap="flat" cmpd="sng" w="38100">
            <a:solidFill>
              <a:srgbClr val="CC0000"/>
            </a:solidFill>
            <a:prstDash val="solid"/>
            <a:round/>
            <a:headEnd len="med" w="med" type="none"/>
            <a:tailEnd len="med" w="med" type="none"/>
          </a:ln>
        </p:spPr>
      </p:cxnSp>
      <p:cxnSp>
        <p:nvCxnSpPr>
          <p:cNvPr id="486" name="Google Shape;486;p18"/>
          <p:cNvCxnSpPr/>
          <p:nvPr/>
        </p:nvCxnSpPr>
        <p:spPr>
          <a:xfrm flipH="1">
            <a:off x="3963760" y="4482763"/>
            <a:ext cx="398359" cy="203200"/>
          </a:xfrm>
          <a:prstGeom prst="straightConnector1">
            <a:avLst/>
          </a:prstGeom>
          <a:noFill/>
          <a:ln cap="flat" cmpd="sng" w="38100">
            <a:solidFill>
              <a:srgbClr val="CC0000"/>
            </a:solidFill>
            <a:prstDash val="solid"/>
            <a:round/>
            <a:headEnd len="med" w="med" type="none"/>
            <a:tailEnd len="med" w="med" type="none"/>
          </a:ln>
        </p:spPr>
      </p:cxnSp>
      <p:cxnSp>
        <p:nvCxnSpPr>
          <p:cNvPr id="487" name="Google Shape;487;p18"/>
          <p:cNvCxnSpPr/>
          <p:nvPr/>
        </p:nvCxnSpPr>
        <p:spPr>
          <a:xfrm flipH="1">
            <a:off x="3765371" y="5003469"/>
            <a:ext cx="219018" cy="211137"/>
          </a:xfrm>
          <a:prstGeom prst="straightConnector1">
            <a:avLst/>
          </a:prstGeom>
          <a:noFill/>
          <a:ln cap="flat" cmpd="sng" w="38100">
            <a:solidFill>
              <a:srgbClr val="CC0000"/>
            </a:solidFill>
            <a:prstDash val="solid"/>
            <a:round/>
            <a:headEnd len="med" w="med" type="none"/>
            <a:tailEnd len="med" w="med" type="none"/>
          </a:ln>
        </p:spPr>
      </p:cxnSp>
      <p:cxnSp>
        <p:nvCxnSpPr>
          <p:cNvPr id="488" name="Google Shape;488;p18"/>
          <p:cNvCxnSpPr/>
          <p:nvPr/>
        </p:nvCxnSpPr>
        <p:spPr>
          <a:xfrm>
            <a:off x="3770135" y="5547975"/>
            <a:ext cx="3174" cy="177800"/>
          </a:xfrm>
          <a:prstGeom prst="straightConnector1">
            <a:avLst/>
          </a:prstGeom>
          <a:noFill/>
          <a:ln cap="flat" cmpd="sng" w="38100">
            <a:solidFill>
              <a:srgbClr val="CC0000"/>
            </a:solidFill>
            <a:prstDash val="solid"/>
            <a:round/>
            <a:headEnd len="med" w="med" type="none"/>
            <a:tailEnd len="med" w="med" type="none"/>
          </a:ln>
        </p:spPr>
      </p:cxnSp>
      <p:grpSp>
        <p:nvGrpSpPr>
          <p:cNvPr id="489" name="Google Shape;489;p18"/>
          <p:cNvGrpSpPr/>
          <p:nvPr/>
        </p:nvGrpSpPr>
        <p:grpSpPr>
          <a:xfrm>
            <a:off x="4022476" y="1122029"/>
            <a:ext cx="3204328" cy="1768475"/>
            <a:chOff x="816" y="1056"/>
            <a:chExt cx="4176" cy="2304"/>
          </a:xfrm>
        </p:grpSpPr>
        <p:grpSp>
          <p:nvGrpSpPr>
            <p:cNvPr id="490" name="Google Shape;490;p18"/>
            <p:cNvGrpSpPr/>
            <p:nvPr/>
          </p:nvGrpSpPr>
          <p:grpSpPr>
            <a:xfrm>
              <a:off x="816" y="1056"/>
              <a:ext cx="4176" cy="2304"/>
              <a:chOff x="336" y="576"/>
              <a:chExt cx="4848" cy="2784"/>
            </a:xfrm>
          </p:grpSpPr>
          <p:sp>
            <p:nvSpPr>
              <p:cNvPr id="491" name="Google Shape;491;p18"/>
              <p:cNvSpPr/>
              <p:nvPr/>
            </p:nvSpPr>
            <p:spPr>
              <a:xfrm>
                <a:off x="336" y="2208"/>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a:t>
                </a:r>
                <a:endParaRPr/>
              </a:p>
            </p:txBody>
          </p:sp>
          <p:sp>
            <p:nvSpPr>
              <p:cNvPr id="492" name="Google Shape;492;p18"/>
              <p:cNvSpPr/>
              <p:nvPr/>
            </p:nvSpPr>
            <p:spPr>
              <a:xfrm>
                <a:off x="4704" y="57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G</a:t>
                </a:r>
                <a:endParaRPr/>
              </a:p>
            </p:txBody>
          </p:sp>
          <p:sp>
            <p:nvSpPr>
              <p:cNvPr id="493" name="Google Shape;493;p18"/>
              <p:cNvSpPr/>
              <p:nvPr/>
            </p:nvSpPr>
            <p:spPr>
              <a:xfrm>
                <a:off x="1728" y="177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d</a:t>
                </a:r>
                <a:endParaRPr/>
              </a:p>
            </p:txBody>
          </p:sp>
          <p:sp>
            <p:nvSpPr>
              <p:cNvPr id="494" name="Google Shape;494;p18"/>
              <p:cNvSpPr/>
              <p:nvPr/>
            </p:nvSpPr>
            <p:spPr>
              <a:xfrm>
                <a:off x="720" y="105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b</a:t>
                </a:r>
                <a:endParaRPr/>
              </a:p>
            </p:txBody>
          </p:sp>
          <p:sp>
            <p:nvSpPr>
              <p:cNvPr id="495" name="Google Shape;495;p18"/>
              <p:cNvSpPr/>
              <p:nvPr/>
            </p:nvSpPr>
            <p:spPr>
              <a:xfrm>
                <a:off x="1200" y="273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p</a:t>
                </a:r>
                <a:endParaRPr/>
              </a:p>
            </p:txBody>
          </p:sp>
          <p:sp>
            <p:nvSpPr>
              <p:cNvPr id="496" name="Google Shape;496;p18"/>
              <p:cNvSpPr/>
              <p:nvPr/>
            </p:nvSpPr>
            <p:spPr>
              <a:xfrm>
                <a:off x="2352" y="2880"/>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q</a:t>
                </a:r>
                <a:endParaRPr/>
              </a:p>
            </p:txBody>
          </p:sp>
          <p:sp>
            <p:nvSpPr>
              <p:cNvPr id="497" name="Google Shape;497;p18"/>
              <p:cNvSpPr/>
              <p:nvPr/>
            </p:nvSpPr>
            <p:spPr>
              <a:xfrm>
                <a:off x="2880" y="1008"/>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c</a:t>
                </a:r>
                <a:endParaRPr/>
              </a:p>
            </p:txBody>
          </p:sp>
          <p:sp>
            <p:nvSpPr>
              <p:cNvPr id="498" name="Google Shape;498;p18"/>
              <p:cNvSpPr/>
              <p:nvPr/>
            </p:nvSpPr>
            <p:spPr>
              <a:xfrm>
                <a:off x="3552" y="1584"/>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e</a:t>
                </a:r>
                <a:endParaRPr/>
              </a:p>
            </p:txBody>
          </p:sp>
          <p:sp>
            <p:nvSpPr>
              <p:cNvPr id="499" name="Google Shape;499;p18"/>
              <p:cNvSpPr/>
              <p:nvPr/>
            </p:nvSpPr>
            <p:spPr>
              <a:xfrm>
                <a:off x="3168" y="225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h</a:t>
                </a:r>
                <a:endParaRPr/>
              </a:p>
            </p:txBody>
          </p:sp>
          <p:sp>
            <p:nvSpPr>
              <p:cNvPr id="500" name="Google Shape;500;p18"/>
              <p:cNvSpPr/>
              <p:nvPr/>
            </p:nvSpPr>
            <p:spPr>
              <a:xfrm>
                <a:off x="1584" y="624"/>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a</a:t>
                </a:r>
                <a:endParaRPr/>
              </a:p>
            </p:txBody>
          </p:sp>
          <p:sp>
            <p:nvSpPr>
              <p:cNvPr id="501" name="Google Shape;501;p18"/>
              <p:cNvSpPr/>
              <p:nvPr/>
            </p:nvSpPr>
            <p:spPr>
              <a:xfrm>
                <a:off x="4560" y="1872"/>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f</a:t>
                </a:r>
                <a:endParaRPr/>
              </a:p>
            </p:txBody>
          </p:sp>
          <p:sp>
            <p:nvSpPr>
              <p:cNvPr id="502" name="Google Shape;502;p18"/>
              <p:cNvSpPr/>
              <p:nvPr/>
            </p:nvSpPr>
            <p:spPr>
              <a:xfrm>
                <a:off x="4368" y="273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r</a:t>
                </a:r>
                <a:endParaRPr/>
              </a:p>
            </p:txBody>
          </p:sp>
          <p:cxnSp>
            <p:nvCxnSpPr>
              <p:cNvPr id="503" name="Google Shape;503;p18"/>
              <p:cNvCxnSpPr>
                <a:stCxn id="491" idx="5"/>
                <a:endCxn id="495" idx="2"/>
              </p:cNvCxnSpPr>
              <p:nvPr/>
            </p:nvCxnSpPr>
            <p:spPr>
              <a:xfrm>
                <a:off x="746" y="2618"/>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504" name="Google Shape;504;p18"/>
              <p:cNvCxnSpPr>
                <a:stCxn id="495" idx="5"/>
                <a:endCxn id="496" idx="2"/>
              </p:cNvCxnSpPr>
              <p:nvPr/>
            </p:nvCxnSpPr>
            <p:spPr>
              <a:xfrm>
                <a:off x="1610" y="3146"/>
                <a:ext cx="600" cy="0"/>
              </a:xfrm>
              <a:prstGeom prst="straightConnector1">
                <a:avLst/>
              </a:prstGeom>
              <a:noFill/>
              <a:ln cap="flat" cmpd="sng" w="9525">
                <a:solidFill>
                  <a:schemeClr val="dk1"/>
                </a:solidFill>
                <a:prstDash val="solid"/>
                <a:round/>
                <a:headEnd len="med" w="med" type="none"/>
                <a:tailEnd len="med" w="med" type="triangle"/>
              </a:ln>
            </p:spPr>
          </p:cxnSp>
          <p:cxnSp>
            <p:nvCxnSpPr>
              <p:cNvPr id="505" name="Google Shape;505;p18"/>
              <p:cNvCxnSpPr>
                <a:stCxn id="499" idx="3"/>
                <a:endCxn id="496" idx="7"/>
              </p:cNvCxnSpPr>
              <p:nvPr/>
            </p:nvCxnSpPr>
            <p:spPr>
              <a:xfrm flipH="1">
                <a:off x="2638" y="2666"/>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506" name="Google Shape;506;p18"/>
              <p:cNvCxnSpPr>
                <a:stCxn id="499" idx="2"/>
                <a:endCxn id="495" idx="6"/>
              </p:cNvCxnSpPr>
              <p:nvPr/>
            </p:nvCxnSpPr>
            <p:spPr>
              <a:xfrm flipH="1">
                <a:off x="1668" y="2496"/>
                <a:ext cx="1500" cy="600"/>
              </a:xfrm>
              <a:prstGeom prst="straightConnector1">
                <a:avLst/>
              </a:prstGeom>
              <a:noFill/>
              <a:ln cap="flat" cmpd="sng" w="9525">
                <a:solidFill>
                  <a:schemeClr val="dk1"/>
                </a:solidFill>
                <a:prstDash val="solid"/>
                <a:round/>
                <a:headEnd len="med" w="med" type="none"/>
                <a:tailEnd len="med" w="med" type="triangle"/>
              </a:ln>
            </p:spPr>
          </p:cxnSp>
          <p:cxnSp>
            <p:nvCxnSpPr>
              <p:cNvPr id="507" name="Google Shape;507;p18"/>
              <p:cNvCxnSpPr>
                <a:stCxn id="498" idx="4"/>
                <a:endCxn id="499" idx="7"/>
              </p:cNvCxnSpPr>
              <p:nvPr/>
            </p:nvCxnSpPr>
            <p:spPr>
              <a:xfrm flipH="1">
                <a:off x="3492" y="2064"/>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508" name="Google Shape;508;p18"/>
              <p:cNvCxnSpPr>
                <a:stCxn id="498" idx="5"/>
                <a:endCxn id="502" idx="1"/>
              </p:cNvCxnSpPr>
              <p:nvPr/>
            </p:nvCxnSpPr>
            <p:spPr>
              <a:xfrm>
                <a:off x="3962" y="1994"/>
                <a:ext cx="600" cy="900"/>
              </a:xfrm>
              <a:prstGeom prst="straightConnector1">
                <a:avLst/>
              </a:prstGeom>
              <a:noFill/>
              <a:ln cap="flat" cmpd="sng" w="9525">
                <a:solidFill>
                  <a:schemeClr val="dk1"/>
                </a:solidFill>
                <a:prstDash val="solid"/>
                <a:round/>
                <a:headEnd len="med" w="med" type="none"/>
                <a:tailEnd len="med" w="med" type="triangle"/>
              </a:ln>
            </p:spPr>
          </p:cxnSp>
          <p:cxnSp>
            <p:nvCxnSpPr>
              <p:cNvPr id="509" name="Google Shape;509;p18"/>
              <p:cNvCxnSpPr>
                <a:stCxn id="502" idx="0"/>
                <a:endCxn id="501" idx="4"/>
              </p:cNvCxnSpPr>
              <p:nvPr/>
            </p:nvCxnSpPr>
            <p:spPr>
              <a:xfrm flipH="1" rot="10800000">
                <a:off x="4608" y="2436"/>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510" name="Google Shape;510;p18"/>
              <p:cNvCxnSpPr>
                <a:stCxn id="501" idx="0"/>
                <a:endCxn id="492" idx="4"/>
              </p:cNvCxnSpPr>
              <p:nvPr/>
            </p:nvCxnSpPr>
            <p:spPr>
              <a:xfrm rot="10800000">
                <a:off x="4800" y="972"/>
                <a:ext cx="0" cy="900"/>
              </a:xfrm>
              <a:prstGeom prst="straightConnector1">
                <a:avLst/>
              </a:prstGeom>
              <a:noFill/>
              <a:ln cap="flat" cmpd="sng" w="9525">
                <a:solidFill>
                  <a:schemeClr val="dk1"/>
                </a:solidFill>
                <a:prstDash val="solid"/>
                <a:round/>
                <a:headEnd len="med" w="med" type="none"/>
                <a:tailEnd len="med" w="med" type="triangle"/>
              </a:ln>
            </p:spPr>
          </p:cxnSp>
          <p:cxnSp>
            <p:nvCxnSpPr>
              <p:cNvPr id="511" name="Google Shape;511;p18"/>
              <p:cNvCxnSpPr>
                <a:stCxn id="491" idx="7"/>
              </p:cNvCxnSpPr>
              <p:nvPr/>
            </p:nvCxnSpPr>
            <p:spPr>
              <a:xfrm flipH="1" rot="10800000">
                <a:off x="746" y="1978"/>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512" name="Google Shape;512;p18"/>
              <p:cNvCxnSpPr>
                <a:stCxn id="493" idx="1"/>
                <a:endCxn id="494" idx="5"/>
              </p:cNvCxnSpPr>
              <p:nvPr/>
            </p:nvCxnSpPr>
            <p:spPr>
              <a:xfrm rot="10800000">
                <a:off x="1198" y="1546"/>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513" name="Google Shape;513;p18"/>
              <p:cNvCxnSpPr>
                <a:endCxn id="500" idx="2"/>
              </p:cNvCxnSpPr>
              <p:nvPr/>
            </p:nvCxnSpPr>
            <p:spPr>
              <a:xfrm flipH="1" rot="10800000">
                <a:off x="1284" y="864"/>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514" name="Google Shape;514;p18"/>
              <p:cNvCxnSpPr>
                <a:stCxn id="497" idx="2"/>
                <a:endCxn id="500" idx="6"/>
              </p:cNvCxnSpPr>
              <p:nvPr/>
            </p:nvCxnSpPr>
            <p:spPr>
              <a:xfrm rot="10800000">
                <a:off x="1980" y="948"/>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515" name="Google Shape;515;p18"/>
              <p:cNvCxnSpPr>
                <a:stCxn id="493" idx="7"/>
                <a:endCxn id="497" idx="3"/>
              </p:cNvCxnSpPr>
              <p:nvPr/>
            </p:nvCxnSpPr>
            <p:spPr>
              <a:xfrm flipH="1" rot="10800000">
                <a:off x="2138" y="1546"/>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516" name="Google Shape;516;p18"/>
              <p:cNvCxnSpPr>
                <a:stCxn id="493" idx="6"/>
                <a:endCxn id="498" idx="2"/>
              </p:cNvCxnSpPr>
              <p:nvPr/>
            </p:nvCxnSpPr>
            <p:spPr>
              <a:xfrm flipH="1" rot="10800000">
                <a:off x="2208" y="1716"/>
                <a:ext cx="1200" cy="300"/>
              </a:xfrm>
              <a:prstGeom prst="straightConnector1">
                <a:avLst/>
              </a:prstGeom>
              <a:noFill/>
              <a:ln cap="flat" cmpd="sng" w="9525">
                <a:solidFill>
                  <a:schemeClr val="dk1"/>
                </a:solidFill>
                <a:prstDash val="solid"/>
                <a:round/>
                <a:headEnd len="med" w="med" type="none"/>
                <a:tailEnd len="med" w="med" type="triangle"/>
              </a:ln>
            </p:spPr>
          </p:cxnSp>
          <p:cxnSp>
            <p:nvCxnSpPr>
              <p:cNvPr id="517" name="Google Shape;517;p18"/>
              <p:cNvCxnSpPr>
                <a:stCxn id="501" idx="1"/>
                <a:endCxn id="497" idx="6"/>
              </p:cNvCxnSpPr>
              <p:nvPr/>
            </p:nvCxnSpPr>
            <p:spPr>
              <a:xfrm flipH="1" rot="5400000">
                <a:off x="3730" y="1042"/>
                <a:ext cx="600" cy="1200"/>
              </a:xfrm>
              <a:prstGeom prst="curvedConnector2">
                <a:avLst/>
              </a:prstGeom>
              <a:noFill/>
              <a:ln cap="flat" cmpd="sng" w="9525">
                <a:solidFill>
                  <a:schemeClr val="dk1"/>
                </a:solidFill>
                <a:prstDash val="solid"/>
                <a:round/>
                <a:headEnd len="med" w="med" type="none"/>
                <a:tailEnd len="med" w="med" type="triangle"/>
              </a:ln>
            </p:spPr>
          </p:cxnSp>
          <p:cxnSp>
            <p:nvCxnSpPr>
              <p:cNvPr id="518" name="Google Shape;518;p18"/>
              <p:cNvCxnSpPr>
                <a:stCxn id="491" idx="6"/>
                <a:endCxn id="498" idx="3"/>
              </p:cNvCxnSpPr>
              <p:nvPr/>
            </p:nvCxnSpPr>
            <p:spPr>
              <a:xfrm flipH="1" rot="10800000">
                <a:off x="816" y="1848"/>
                <a:ext cx="2700" cy="600"/>
              </a:xfrm>
              <a:prstGeom prst="curvedConnector2">
                <a:avLst/>
              </a:prstGeom>
              <a:noFill/>
              <a:ln cap="flat" cmpd="sng" w="9525">
                <a:solidFill>
                  <a:schemeClr val="dk1"/>
                </a:solidFill>
                <a:prstDash val="solid"/>
                <a:round/>
                <a:headEnd len="med" w="med" type="none"/>
                <a:tailEnd len="med" w="med" type="triangle"/>
              </a:ln>
            </p:spPr>
          </p:cxnSp>
        </p:grpSp>
        <p:cxnSp>
          <p:nvCxnSpPr>
            <p:cNvPr id="519" name="Google Shape;519;p18"/>
            <p:cNvCxnSpPr>
              <a:stCxn id="496" idx="6"/>
              <a:endCxn id="502" idx="2"/>
            </p:cNvCxnSpPr>
            <p:nvPr/>
          </p:nvCxnSpPr>
          <p:spPr>
            <a:xfrm>
              <a:off x="2966" y="3161"/>
              <a:ext cx="1200" cy="0"/>
            </a:xfrm>
            <a:prstGeom prst="straightConnector1">
              <a:avLst/>
            </a:prstGeom>
            <a:noFill/>
            <a:ln cap="flat" cmpd="sng" w="9525">
              <a:solidFill>
                <a:schemeClr val="lt1"/>
              </a:solidFill>
              <a:prstDash val="solid"/>
              <a:round/>
              <a:headEnd len="med" w="med" type="none"/>
              <a:tailEnd len="med" w="med" type="triangle"/>
            </a:ln>
          </p:spPr>
        </p:cxnSp>
      </p:grpSp>
      <p:sp>
        <p:nvSpPr>
          <p:cNvPr id="520" name="Google Shape;520;p18"/>
          <p:cNvSpPr/>
          <p:nvPr/>
        </p:nvSpPr>
        <p:spPr>
          <a:xfrm>
            <a:off x="4022476" y="2158661"/>
            <a:ext cx="317417" cy="304800"/>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grpSp>
        <p:nvGrpSpPr>
          <p:cNvPr id="521" name="Google Shape;521;p18"/>
          <p:cNvGrpSpPr/>
          <p:nvPr/>
        </p:nvGrpSpPr>
        <p:grpSpPr>
          <a:xfrm>
            <a:off x="4864746" y="2585699"/>
            <a:ext cx="806715" cy="304800"/>
            <a:chOff x="1914" y="2963"/>
            <a:chExt cx="1052" cy="397"/>
          </a:xfrm>
        </p:grpSpPr>
        <p:sp>
          <p:nvSpPr>
            <p:cNvPr id="522" name="Google Shape;522;p18"/>
            <p:cNvSpPr/>
            <p:nvPr/>
          </p:nvSpPr>
          <p:spPr>
            <a:xfrm>
              <a:off x="2553" y="2963"/>
              <a:ext cx="413"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q</a:t>
              </a:r>
              <a:endParaRPr/>
            </a:p>
          </p:txBody>
        </p:sp>
        <p:cxnSp>
          <p:nvCxnSpPr>
            <p:cNvPr id="523" name="Google Shape;523;p18"/>
            <p:cNvCxnSpPr>
              <a:stCxn id="524" idx="5"/>
              <a:endCxn id="522" idx="2"/>
            </p:cNvCxnSpPr>
            <p:nvPr/>
          </p:nvCxnSpPr>
          <p:spPr>
            <a:xfrm>
              <a:off x="1914" y="3182"/>
              <a:ext cx="600" cy="0"/>
            </a:xfrm>
            <a:prstGeom prst="straightConnector1">
              <a:avLst/>
            </a:prstGeom>
            <a:noFill/>
            <a:ln cap="flat" cmpd="sng" w="38100">
              <a:solidFill>
                <a:srgbClr val="CC0000"/>
              </a:solidFill>
              <a:prstDash val="solid"/>
              <a:round/>
              <a:headEnd len="med" w="med" type="none"/>
              <a:tailEnd len="med" w="med" type="triangle"/>
            </a:ln>
          </p:spPr>
        </p:cxnSp>
      </p:grpSp>
      <p:grpSp>
        <p:nvGrpSpPr>
          <p:cNvPr id="525" name="Google Shape;525;p18"/>
          <p:cNvGrpSpPr/>
          <p:nvPr/>
        </p:nvGrpSpPr>
        <p:grpSpPr>
          <a:xfrm>
            <a:off x="4593828" y="2342185"/>
            <a:ext cx="1299826" cy="456245"/>
            <a:chOff x="1560" y="2646"/>
            <a:chExt cx="1695" cy="595"/>
          </a:xfrm>
        </p:grpSpPr>
        <p:sp>
          <p:nvSpPr>
            <p:cNvPr id="524" name="Google Shape;524;p18"/>
            <p:cNvSpPr/>
            <p:nvPr/>
          </p:nvSpPr>
          <p:spPr>
            <a:xfrm>
              <a:off x="1560" y="2844"/>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p</a:t>
              </a:r>
              <a:endParaRPr/>
            </a:p>
          </p:txBody>
        </p:sp>
        <p:cxnSp>
          <p:nvCxnSpPr>
            <p:cNvPr id="526" name="Google Shape;526;p18"/>
            <p:cNvCxnSpPr>
              <a:stCxn id="527" idx="2"/>
              <a:endCxn id="524" idx="6"/>
            </p:cNvCxnSpPr>
            <p:nvPr/>
          </p:nvCxnSpPr>
          <p:spPr>
            <a:xfrm flipH="1">
              <a:off x="2055" y="2646"/>
              <a:ext cx="1200" cy="300"/>
            </a:xfrm>
            <a:prstGeom prst="straightConnector1">
              <a:avLst/>
            </a:prstGeom>
            <a:noFill/>
            <a:ln cap="flat" cmpd="sng" w="38100">
              <a:solidFill>
                <a:srgbClr val="CC0000"/>
              </a:solidFill>
              <a:prstDash val="solid"/>
              <a:round/>
              <a:headEnd len="med" w="med" type="none"/>
              <a:tailEnd len="med" w="med" type="triangle"/>
            </a:ln>
          </p:spPr>
        </p:cxnSp>
      </p:grpSp>
      <p:grpSp>
        <p:nvGrpSpPr>
          <p:cNvPr id="528" name="Google Shape;528;p18"/>
          <p:cNvGrpSpPr/>
          <p:nvPr/>
        </p:nvGrpSpPr>
        <p:grpSpPr>
          <a:xfrm>
            <a:off x="5893653" y="2066587"/>
            <a:ext cx="412671" cy="428628"/>
            <a:chOff x="3255" y="2287"/>
            <a:chExt cx="538" cy="557"/>
          </a:xfrm>
        </p:grpSpPr>
        <p:sp>
          <p:nvSpPr>
            <p:cNvPr id="527" name="Google Shape;527;p18"/>
            <p:cNvSpPr/>
            <p:nvPr/>
          </p:nvSpPr>
          <p:spPr>
            <a:xfrm>
              <a:off x="3255" y="2446"/>
              <a:ext cx="414" cy="398"/>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h</a:t>
              </a:r>
              <a:endParaRPr/>
            </a:p>
          </p:txBody>
        </p:sp>
        <p:cxnSp>
          <p:nvCxnSpPr>
            <p:cNvPr id="529" name="Google Shape;529;p18"/>
            <p:cNvCxnSpPr>
              <a:stCxn id="530" idx="4"/>
              <a:endCxn id="527" idx="7"/>
            </p:cNvCxnSpPr>
            <p:nvPr/>
          </p:nvCxnSpPr>
          <p:spPr>
            <a:xfrm flipH="1">
              <a:off x="3493" y="2287"/>
              <a:ext cx="300" cy="300"/>
            </a:xfrm>
            <a:prstGeom prst="straightConnector1">
              <a:avLst/>
            </a:prstGeom>
            <a:noFill/>
            <a:ln cap="flat" cmpd="sng" w="38100">
              <a:solidFill>
                <a:srgbClr val="CC0000"/>
              </a:solidFill>
              <a:prstDash val="solid"/>
              <a:round/>
              <a:headEnd len="med" w="med" type="none"/>
              <a:tailEnd len="med" w="med" type="triangle"/>
            </a:ln>
          </p:spPr>
        </p:cxnSp>
      </p:grpSp>
      <p:grpSp>
        <p:nvGrpSpPr>
          <p:cNvPr id="531" name="Google Shape;531;p18"/>
          <p:cNvGrpSpPr/>
          <p:nvPr/>
        </p:nvGrpSpPr>
        <p:grpSpPr>
          <a:xfrm>
            <a:off x="6814161" y="1945938"/>
            <a:ext cx="317417" cy="549279"/>
            <a:chOff x="4454" y="2129"/>
            <a:chExt cx="414" cy="715"/>
          </a:xfrm>
        </p:grpSpPr>
        <p:sp>
          <p:nvSpPr>
            <p:cNvPr id="532" name="Google Shape;532;p18"/>
            <p:cNvSpPr/>
            <p:nvPr/>
          </p:nvSpPr>
          <p:spPr>
            <a:xfrm>
              <a:off x="4454" y="2129"/>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f</a:t>
              </a:r>
              <a:endParaRPr/>
            </a:p>
          </p:txBody>
        </p:sp>
        <p:cxnSp>
          <p:nvCxnSpPr>
            <p:cNvPr id="533" name="Google Shape;533;p18"/>
            <p:cNvCxnSpPr>
              <a:stCxn id="534" idx="0"/>
              <a:endCxn id="532" idx="4"/>
            </p:cNvCxnSpPr>
            <p:nvPr/>
          </p:nvCxnSpPr>
          <p:spPr>
            <a:xfrm flipH="1" rot="10800000">
              <a:off x="4495" y="2544"/>
              <a:ext cx="300" cy="300"/>
            </a:xfrm>
            <a:prstGeom prst="straightConnector1">
              <a:avLst/>
            </a:prstGeom>
            <a:noFill/>
            <a:ln cap="flat" cmpd="sng" w="38100">
              <a:solidFill>
                <a:srgbClr val="CC0000"/>
              </a:solidFill>
              <a:prstDash val="solid"/>
              <a:round/>
              <a:headEnd len="med" w="med" type="none"/>
              <a:tailEnd len="med" w="med" type="triangle"/>
            </a:ln>
          </p:spPr>
        </p:cxnSp>
      </p:grpSp>
      <p:grpSp>
        <p:nvGrpSpPr>
          <p:cNvPr id="535" name="Google Shape;535;p18"/>
          <p:cNvGrpSpPr/>
          <p:nvPr/>
        </p:nvGrpSpPr>
        <p:grpSpPr>
          <a:xfrm>
            <a:off x="6909388" y="1122026"/>
            <a:ext cx="317417" cy="823913"/>
            <a:chOff x="4579" y="1056"/>
            <a:chExt cx="413" cy="1055"/>
          </a:xfrm>
        </p:grpSpPr>
        <p:sp>
          <p:nvSpPr>
            <p:cNvPr id="536" name="Google Shape;536;p18"/>
            <p:cNvSpPr/>
            <p:nvPr/>
          </p:nvSpPr>
          <p:spPr>
            <a:xfrm>
              <a:off x="4579" y="1056"/>
              <a:ext cx="413"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537" name="Google Shape;537;p18"/>
            <p:cNvCxnSpPr>
              <a:stCxn id="532" idx="0"/>
              <a:endCxn id="536" idx="4"/>
            </p:cNvCxnSpPr>
            <p:nvPr/>
          </p:nvCxnSpPr>
          <p:spPr>
            <a:xfrm rot="10800000">
              <a:off x="4662" y="1511"/>
              <a:ext cx="0" cy="600"/>
            </a:xfrm>
            <a:prstGeom prst="straightConnector1">
              <a:avLst/>
            </a:prstGeom>
            <a:noFill/>
            <a:ln cap="flat" cmpd="sng" w="38100">
              <a:solidFill>
                <a:srgbClr val="CC0000"/>
              </a:solidFill>
              <a:prstDash val="solid"/>
              <a:round/>
              <a:headEnd len="med" w="med" type="none"/>
              <a:tailEnd len="med" w="med" type="triangle"/>
            </a:ln>
          </p:spPr>
        </p:cxnSp>
      </p:grpSp>
      <p:grpSp>
        <p:nvGrpSpPr>
          <p:cNvPr id="538" name="Google Shape;538;p18"/>
          <p:cNvGrpSpPr/>
          <p:nvPr/>
        </p:nvGrpSpPr>
        <p:grpSpPr>
          <a:xfrm>
            <a:off x="4332220" y="1884027"/>
            <a:ext cx="928182" cy="318758"/>
            <a:chOff x="1219" y="2049"/>
            <a:chExt cx="1210" cy="416"/>
          </a:xfrm>
        </p:grpSpPr>
        <p:sp>
          <p:nvSpPr>
            <p:cNvPr id="539" name="Google Shape;539;p18"/>
            <p:cNvSpPr/>
            <p:nvPr/>
          </p:nvSpPr>
          <p:spPr>
            <a:xfrm>
              <a:off x="2015" y="2049"/>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d</a:t>
              </a:r>
              <a:endParaRPr/>
            </a:p>
          </p:txBody>
        </p:sp>
        <p:cxnSp>
          <p:nvCxnSpPr>
            <p:cNvPr id="540" name="Google Shape;540;p18"/>
            <p:cNvCxnSpPr/>
            <p:nvPr/>
          </p:nvCxnSpPr>
          <p:spPr>
            <a:xfrm flipH="1" rot="10800000">
              <a:off x="1219" y="2248"/>
              <a:ext cx="846" cy="217"/>
            </a:xfrm>
            <a:prstGeom prst="straightConnector1">
              <a:avLst/>
            </a:prstGeom>
            <a:noFill/>
            <a:ln cap="flat" cmpd="sng" w="38100">
              <a:solidFill>
                <a:srgbClr val="CC0000"/>
              </a:solidFill>
              <a:prstDash val="solid"/>
              <a:round/>
              <a:headEnd len="med" w="med" type="none"/>
              <a:tailEnd len="med" w="med" type="triangle"/>
            </a:ln>
          </p:spPr>
        </p:cxnSp>
      </p:grpSp>
      <p:grpSp>
        <p:nvGrpSpPr>
          <p:cNvPr id="541" name="Google Shape;541;p18"/>
          <p:cNvGrpSpPr/>
          <p:nvPr/>
        </p:nvGrpSpPr>
        <p:grpSpPr>
          <a:xfrm>
            <a:off x="4276408" y="1426827"/>
            <a:ext cx="712585" cy="502128"/>
            <a:chOff x="1147" y="1453"/>
            <a:chExt cx="929" cy="655"/>
          </a:xfrm>
        </p:grpSpPr>
        <p:sp>
          <p:nvSpPr>
            <p:cNvPr id="542" name="Google Shape;542;p18"/>
            <p:cNvSpPr/>
            <p:nvPr/>
          </p:nvSpPr>
          <p:spPr>
            <a:xfrm>
              <a:off x="1147" y="1453"/>
              <a:ext cx="413"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b</a:t>
              </a:r>
              <a:endParaRPr/>
            </a:p>
          </p:txBody>
        </p:sp>
        <p:cxnSp>
          <p:nvCxnSpPr>
            <p:cNvPr id="543" name="Google Shape;543;p18"/>
            <p:cNvCxnSpPr>
              <a:stCxn id="493" idx="1"/>
              <a:endCxn id="542" idx="5"/>
            </p:cNvCxnSpPr>
            <p:nvPr/>
          </p:nvCxnSpPr>
          <p:spPr>
            <a:xfrm rot="10800000">
              <a:off x="1476" y="1808"/>
              <a:ext cx="600" cy="300"/>
            </a:xfrm>
            <a:prstGeom prst="straightConnector1">
              <a:avLst/>
            </a:prstGeom>
            <a:noFill/>
            <a:ln cap="flat" cmpd="sng" w="38100">
              <a:solidFill>
                <a:srgbClr val="CC0000"/>
              </a:solidFill>
              <a:prstDash val="solid"/>
              <a:round/>
              <a:headEnd len="med" w="med" type="none"/>
              <a:tailEnd len="med" w="med" type="triangle"/>
            </a:ln>
          </p:spPr>
        </p:cxnSp>
      </p:grpSp>
      <p:grpSp>
        <p:nvGrpSpPr>
          <p:cNvPr id="544" name="Google Shape;544;p18"/>
          <p:cNvGrpSpPr/>
          <p:nvPr/>
        </p:nvGrpSpPr>
        <p:grpSpPr>
          <a:xfrm>
            <a:off x="4616962" y="1152187"/>
            <a:ext cx="546629" cy="382369"/>
            <a:chOff x="1591" y="1096"/>
            <a:chExt cx="713" cy="498"/>
          </a:xfrm>
        </p:grpSpPr>
        <p:sp>
          <p:nvSpPr>
            <p:cNvPr id="545" name="Google Shape;545;p18"/>
            <p:cNvSpPr/>
            <p:nvPr/>
          </p:nvSpPr>
          <p:spPr>
            <a:xfrm>
              <a:off x="1891" y="1096"/>
              <a:ext cx="413"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a</a:t>
              </a:r>
              <a:endParaRPr/>
            </a:p>
          </p:txBody>
        </p:sp>
        <p:cxnSp>
          <p:nvCxnSpPr>
            <p:cNvPr id="546" name="Google Shape;546;p18"/>
            <p:cNvCxnSpPr>
              <a:endCxn id="545" idx="2"/>
            </p:cNvCxnSpPr>
            <p:nvPr/>
          </p:nvCxnSpPr>
          <p:spPr>
            <a:xfrm flipH="1" rot="10800000">
              <a:off x="1591" y="1295"/>
              <a:ext cx="300" cy="300"/>
            </a:xfrm>
            <a:prstGeom prst="straightConnector1">
              <a:avLst/>
            </a:prstGeom>
            <a:noFill/>
            <a:ln cap="flat" cmpd="sng" w="38100">
              <a:solidFill>
                <a:srgbClr val="CC0000"/>
              </a:solidFill>
              <a:prstDash val="solid"/>
              <a:round/>
              <a:headEnd len="med" w="med" type="none"/>
              <a:tailEnd len="med" w="med" type="triangle"/>
            </a:ln>
          </p:spPr>
        </p:cxnSp>
      </p:grpSp>
      <p:grpSp>
        <p:nvGrpSpPr>
          <p:cNvPr id="547" name="Google Shape;547;p18"/>
          <p:cNvGrpSpPr/>
          <p:nvPr/>
        </p:nvGrpSpPr>
        <p:grpSpPr>
          <a:xfrm>
            <a:off x="5213895" y="1396663"/>
            <a:ext cx="806724" cy="531913"/>
            <a:chOff x="2369" y="1414"/>
            <a:chExt cx="1052" cy="694"/>
          </a:xfrm>
        </p:grpSpPr>
        <p:sp>
          <p:nvSpPr>
            <p:cNvPr id="548" name="Google Shape;548;p18"/>
            <p:cNvSpPr/>
            <p:nvPr/>
          </p:nvSpPr>
          <p:spPr>
            <a:xfrm>
              <a:off x="3007" y="1414"/>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c</a:t>
              </a:r>
              <a:endParaRPr/>
            </a:p>
          </p:txBody>
        </p:sp>
        <p:cxnSp>
          <p:nvCxnSpPr>
            <p:cNvPr id="549" name="Google Shape;549;p18"/>
            <p:cNvCxnSpPr>
              <a:stCxn id="539" idx="7"/>
              <a:endCxn id="548" idx="3"/>
            </p:cNvCxnSpPr>
            <p:nvPr/>
          </p:nvCxnSpPr>
          <p:spPr>
            <a:xfrm flipH="1" rot="10800000">
              <a:off x="2369" y="1808"/>
              <a:ext cx="600" cy="300"/>
            </a:xfrm>
            <a:prstGeom prst="straightConnector1">
              <a:avLst/>
            </a:prstGeom>
            <a:noFill/>
            <a:ln cap="flat" cmpd="sng" w="38100">
              <a:solidFill>
                <a:srgbClr val="CC0000"/>
              </a:solidFill>
              <a:prstDash val="solid"/>
              <a:round/>
              <a:headEnd len="med" w="med" type="none"/>
              <a:tailEnd len="med" w="med" type="triangle"/>
            </a:ln>
          </p:spPr>
        </p:cxnSp>
      </p:grpSp>
      <p:grpSp>
        <p:nvGrpSpPr>
          <p:cNvPr id="550" name="Google Shape;550;p18"/>
          <p:cNvGrpSpPr/>
          <p:nvPr/>
        </p:nvGrpSpPr>
        <p:grpSpPr>
          <a:xfrm>
            <a:off x="5260401" y="1761787"/>
            <a:ext cx="1204602" cy="304800"/>
            <a:chOff x="2429" y="1890"/>
            <a:chExt cx="1571" cy="397"/>
          </a:xfrm>
        </p:grpSpPr>
        <p:sp>
          <p:nvSpPr>
            <p:cNvPr id="530" name="Google Shape;530;p18"/>
            <p:cNvSpPr/>
            <p:nvPr/>
          </p:nvSpPr>
          <p:spPr>
            <a:xfrm>
              <a:off x="3586" y="1890"/>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e</a:t>
              </a:r>
              <a:endParaRPr/>
            </a:p>
          </p:txBody>
        </p:sp>
        <p:cxnSp>
          <p:nvCxnSpPr>
            <p:cNvPr id="551" name="Google Shape;551;p18"/>
            <p:cNvCxnSpPr>
              <a:stCxn id="539" idx="6"/>
              <a:endCxn id="530" idx="2"/>
            </p:cNvCxnSpPr>
            <p:nvPr/>
          </p:nvCxnSpPr>
          <p:spPr>
            <a:xfrm flipH="1" rot="10800000">
              <a:off x="2429" y="1947"/>
              <a:ext cx="1200" cy="300"/>
            </a:xfrm>
            <a:prstGeom prst="straightConnector1">
              <a:avLst/>
            </a:prstGeom>
            <a:noFill/>
            <a:ln cap="flat" cmpd="sng" w="38100">
              <a:solidFill>
                <a:srgbClr val="CC0000"/>
              </a:solidFill>
              <a:prstDash val="solid"/>
              <a:round/>
              <a:headEnd len="med" w="med" type="none"/>
              <a:tailEnd len="med" w="med" type="triangle"/>
            </a:ln>
          </p:spPr>
        </p:cxnSp>
      </p:grpSp>
      <p:sp>
        <p:nvSpPr>
          <p:cNvPr id="534" name="Google Shape;534;p18"/>
          <p:cNvSpPr/>
          <p:nvPr/>
        </p:nvSpPr>
        <p:spPr>
          <a:xfrm>
            <a:off x="6687194" y="2495216"/>
            <a:ext cx="317417" cy="303213"/>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500">
                <a:solidFill>
                  <a:schemeClr val="dk1"/>
                </a:solidFill>
                <a:latin typeface="Calibri"/>
                <a:ea typeface="Calibri"/>
                <a:cs typeface="Calibri"/>
                <a:sym typeface="Calibri"/>
              </a:rPr>
              <a:t>r</a:t>
            </a:r>
            <a:endParaRPr/>
          </a:p>
        </p:txBody>
      </p:sp>
      <p:cxnSp>
        <p:nvCxnSpPr>
          <p:cNvPr id="552" name="Google Shape;552;p18"/>
          <p:cNvCxnSpPr>
            <a:stCxn id="530" idx="5"/>
            <a:endCxn id="534" idx="1"/>
          </p:cNvCxnSpPr>
          <p:nvPr/>
        </p:nvCxnSpPr>
        <p:spPr>
          <a:xfrm>
            <a:off x="6418527" y="2021950"/>
            <a:ext cx="315300" cy="517800"/>
          </a:xfrm>
          <a:prstGeom prst="straightConnector1">
            <a:avLst/>
          </a:prstGeom>
          <a:noFill/>
          <a:ln cap="flat" cmpd="sng" w="38100">
            <a:solidFill>
              <a:srgbClr val="CC0000"/>
            </a:solidFill>
            <a:prstDash val="solid"/>
            <a:round/>
            <a:headEnd len="med" w="med" type="none"/>
            <a:tailEnd len="med" w="med" type="triangle"/>
          </a:ln>
        </p:spPr>
      </p:cxnSp>
      <p:grpSp>
        <p:nvGrpSpPr>
          <p:cNvPr id="553" name="Google Shape;553;p18"/>
          <p:cNvGrpSpPr/>
          <p:nvPr/>
        </p:nvGrpSpPr>
        <p:grpSpPr>
          <a:xfrm>
            <a:off x="4847762" y="1158540"/>
            <a:ext cx="855248" cy="390362"/>
            <a:chOff x="1891" y="1104"/>
            <a:chExt cx="1116" cy="509"/>
          </a:xfrm>
        </p:grpSpPr>
        <p:cxnSp>
          <p:nvCxnSpPr>
            <p:cNvPr id="554" name="Google Shape;554;p18"/>
            <p:cNvCxnSpPr>
              <a:stCxn id="548" idx="2"/>
              <a:endCxn id="555" idx="6"/>
            </p:cNvCxnSpPr>
            <p:nvPr/>
          </p:nvCxnSpPr>
          <p:spPr>
            <a:xfrm rot="10800000">
              <a:off x="2407" y="1313"/>
              <a:ext cx="600" cy="300"/>
            </a:xfrm>
            <a:prstGeom prst="straightConnector1">
              <a:avLst/>
            </a:prstGeom>
            <a:noFill/>
            <a:ln cap="flat" cmpd="sng" w="38100">
              <a:solidFill>
                <a:srgbClr val="CC0000"/>
              </a:solidFill>
              <a:prstDash val="solid"/>
              <a:round/>
              <a:headEnd len="med" w="med" type="none"/>
              <a:tailEnd len="med" w="med" type="triangle"/>
            </a:ln>
          </p:spPr>
        </p:cxnSp>
        <p:sp>
          <p:nvSpPr>
            <p:cNvPr id="555" name="Google Shape;555;p18"/>
            <p:cNvSpPr/>
            <p:nvPr/>
          </p:nvSpPr>
          <p:spPr>
            <a:xfrm>
              <a:off x="1891" y="1104"/>
              <a:ext cx="413"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1" sz="1500">
                <a:solidFill>
                  <a:schemeClr val="dk1"/>
                </a:solidFill>
                <a:latin typeface="Calibri"/>
                <a:ea typeface="Calibri"/>
                <a:cs typeface="Calibri"/>
                <a:sym typeface="Calibri"/>
              </a:endParaRPr>
            </a:p>
          </p:txBody>
        </p:sp>
      </p:grpSp>
      <p:grpSp>
        <p:nvGrpSpPr>
          <p:cNvPr id="556" name="Google Shape;556;p18"/>
          <p:cNvGrpSpPr/>
          <p:nvPr/>
        </p:nvGrpSpPr>
        <p:grpSpPr>
          <a:xfrm>
            <a:off x="5717486" y="1406192"/>
            <a:ext cx="1143161" cy="584384"/>
            <a:chOff x="3024" y="1427"/>
            <a:chExt cx="1492" cy="761"/>
          </a:xfrm>
        </p:grpSpPr>
        <p:cxnSp>
          <p:nvCxnSpPr>
            <p:cNvPr id="557" name="Google Shape;557;p18"/>
            <p:cNvCxnSpPr>
              <a:stCxn id="532" idx="1"/>
              <a:endCxn id="548" idx="6"/>
            </p:cNvCxnSpPr>
            <p:nvPr/>
          </p:nvCxnSpPr>
          <p:spPr>
            <a:xfrm flipH="1" rot="5400000">
              <a:off x="3616" y="1288"/>
              <a:ext cx="600" cy="1200"/>
            </a:xfrm>
            <a:prstGeom prst="curvedConnector2">
              <a:avLst/>
            </a:prstGeom>
            <a:noFill/>
            <a:ln cap="flat" cmpd="sng" w="38100">
              <a:solidFill>
                <a:srgbClr val="CC0000"/>
              </a:solidFill>
              <a:prstDash val="solid"/>
              <a:round/>
              <a:headEnd len="med" w="med" type="none"/>
              <a:tailEnd len="med" w="med" type="triangle"/>
            </a:ln>
          </p:spPr>
        </p:cxnSp>
        <p:sp>
          <p:nvSpPr>
            <p:cNvPr id="558" name="Google Shape;558;p18"/>
            <p:cNvSpPr/>
            <p:nvPr/>
          </p:nvSpPr>
          <p:spPr>
            <a:xfrm>
              <a:off x="3024" y="1427"/>
              <a:ext cx="414" cy="397"/>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1" sz="1500">
                <a:solidFill>
                  <a:schemeClr val="dk1"/>
                </a:solidFill>
                <a:latin typeface="Calibri"/>
                <a:ea typeface="Calibri"/>
                <a:cs typeface="Calibri"/>
                <a:sym typeface="Calibri"/>
              </a:endParaRPr>
            </a:p>
          </p:txBody>
        </p:sp>
      </p:grpSp>
      <p:sp>
        <p:nvSpPr>
          <p:cNvPr id="559" name="Google Shape;559;p18"/>
          <p:cNvSpPr/>
          <p:nvPr/>
        </p:nvSpPr>
        <p:spPr>
          <a:xfrm>
            <a:off x="5671464" y="3228637"/>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18"/>
          <p:cNvSpPr/>
          <p:nvPr/>
        </p:nvSpPr>
        <p:spPr>
          <a:xfrm>
            <a:off x="3260676" y="3722355"/>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8"/>
          <p:cNvSpPr/>
          <p:nvPr/>
        </p:nvSpPr>
        <p:spPr>
          <a:xfrm>
            <a:off x="2697265" y="4201781"/>
            <a:ext cx="290437"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8"/>
          <p:cNvSpPr/>
          <p:nvPr/>
        </p:nvSpPr>
        <p:spPr>
          <a:xfrm>
            <a:off x="3397164" y="4201781"/>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8"/>
          <p:cNvSpPr/>
          <p:nvPr/>
        </p:nvSpPr>
        <p:spPr>
          <a:xfrm>
            <a:off x="4217693" y="4184312"/>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18"/>
          <p:cNvSpPr/>
          <p:nvPr/>
        </p:nvSpPr>
        <p:spPr>
          <a:xfrm>
            <a:off x="2695672" y="4757406"/>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18"/>
          <p:cNvSpPr/>
          <p:nvPr/>
        </p:nvSpPr>
        <p:spPr>
          <a:xfrm>
            <a:off x="3387643" y="4749463"/>
            <a:ext cx="290436"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18"/>
          <p:cNvSpPr/>
          <p:nvPr/>
        </p:nvSpPr>
        <p:spPr>
          <a:xfrm>
            <a:off x="3857420" y="4732006"/>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18"/>
          <p:cNvSpPr/>
          <p:nvPr/>
        </p:nvSpPr>
        <p:spPr>
          <a:xfrm>
            <a:off x="4533518" y="4722481"/>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18"/>
          <p:cNvSpPr/>
          <p:nvPr/>
        </p:nvSpPr>
        <p:spPr>
          <a:xfrm>
            <a:off x="3619356" y="5260637"/>
            <a:ext cx="290436"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18"/>
          <p:cNvSpPr/>
          <p:nvPr/>
        </p:nvSpPr>
        <p:spPr>
          <a:xfrm>
            <a:off x="4063741" y="5268581"/>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18"/>
          <p:cNvSpPr/>
          <p:nvPr/>
        </p:nvSpPr>
        <p:spPr>
          <a:xfrm>
            <a:off x="3636820" y="5765463"/>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18"/>
          <p:cNvSpPr/>
          <p:nvPr/>
        </p:nvSpPr>
        <p:spPr>
          <a:xfrm>
            <a:off x="4523996" y="5270163"/>
            <a:ext cx="290436"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18"/>
          <p:cNvSpPr/>
          <p:nvPr/>
        </p:nvSpPr>
        <p:spPr>
          <a:xfrm>
            <a:off x="4303396" y="5757530"/>
            <a:ext cx="290437"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18"/>
          <p:cNvSpPr/>
          <p:nvPr/>
        </p:nvSpPr>
        <p:spPr>
          <a:xfrm>
            <a:off x="4785870" y="5784512"/>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18"/>
          <p:cNvSpPr/>
          <p:nvPr/>
        </p:nvSpPr>
        <p:spPr>
          <a:xfrm>
            <a:off x="4319267" y="6227430"/>
            <a:ext cx="290437"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575" name="Google Shape;575;p18"/>
          <p:cNvCxnSpPr/>
          <p:nvPr/>
        </p:nvCxnSpPr>
        <p:spPr>
          <a:xfrm rot="10800000">
            <a:off x="4355765" y="4484355"/>
            <a:ext cx="309482" cy="180975"/>
          </a:xfrm>
          <a:prstGeom prst="straightConnector1">
            <a:avLst/>
          </a:prstGeom>
          <a:noFill/>
          <a:ln cap="flat" cmpd="sng" w="38100">
            <a:solidFill>
              <a:srgbClr val="CC0000"/>
            </a:solidFill>
            <a:prstDash val="solid"/>
            <a:round/>
            <a:headEnd len="med" w="med" type="none"/>
            <a:tailEnd len="med" w="med" type="none"/>
          </a:ln>
        </p:spPr>
      </p:cxnSp>
      <p:cxnSp>
        <p:nvCxnSpPr>
          <p:cNvPr id="576" name="Google Shape;576;p18"/>
          <p:cNvCxnSpPr/>
          <p:nvPr/>
        </p:nvCxnSpPr>
        <p:spPr>
          <a:xfrm rot="10800000">
            <a:off x="3970105" y="5005055"/>
            <a:ext cx="258696" cy="214313"/>
          </a:xfrm>
          <a:prstGeom prst="straightConnector1">
            <a:avLst/>
          </a:prstGeom>
          <a:noFill/>
          <a:ln cap="flat" cmpd="sng" w="38100">
            <a:solidFill>
              <a:srgbClr val="CC0000"/>
            </a:solidFill>
            <a:prstDash val="solid"/>
            <a:round/>
            <a:headEnd len="med" w="med" type="none"/>
            <a:tailEnd len="med" w="med" type="none"/>
          </a:ln>
        </p:spPr>
      </p:cxnSp>
      <p:cxnSp>
        <p:nvCxnSpPr>
          <p:cNvPr id="577" name="Google Shape;577;p18"/>
          <p:cNvCxnSpPr/>
          <p:nvPr/>
        </p:nvCxnSpPr>
        <p:spPr>
          <a:xfrm rot="10800000">
            <a:off x="4670013" y="5003465"/>
            <a:ext cx="3174" cy="223837"/>
          </a:xfrm>
          <a:prstGeom prst="straightConnector1">
            <a:avLst/>
          </a:prstGeom>
          <a:noFill/>
          <a:ln cap="flat" cmpd="sng" w="38100">
            <a:solidFill>
              <a:srgbClr val="CC0000"/>
            </a:solidFill>
            <a:prstDash val="solid"/>
            <a:round/>
            <a:headEnd len="med" w="med" type="none"/>
            <a:tailEnd len="med" w="med" type="none"/>
          </a:ln>
        </p:spPr>
      </p:cxnSp>
      <p:cxnSp>
        <p:nvCxnSpPr>
          <p:cNvPr id="578" name="Google Shape;578;p18"/>
          <p:cNvCxnSpPr/>
          <p:nvPr/>
        </p:nvCxnSpPr>
        <p:spPr>
          <a:xfrm rot="10800000">
            <a:off x="4660485" y="5541626"/>
            <a:ext cx="258696" cy="196851"/>
          </a:xfrm>
          <a:prstGeom prst="straightConnector1">
            <a:avLst/>
          </a:prstGeom>
          <a:noFill/>
          <a:ln cap="flat" cmpd="sng" w="38100">
            <a:solidFill>
              <a:srgbClr val="CC0000"/>
            </a:solidFill>
            <a:prstDash val="solid"/>
            <a:round/>
            <a:headEnd len="med" w="med" type="none"/>
            <a:tailEnd len="med" w="med" type="none"/>
          </a:ln>
        </p:spPr>
      </p:cxnSp>
      <p:cxnSp>
        <p:nvCxnSpPr>
          <p:cNvPr id="579" name="Google Shape;579;p18"/>
          <p:cNvCxnSpPr/>
          <p:nvPr/>
        </p:nvCxnSpPr>
        <p:spPr>
          <a:xfrm flipH="1" rot="10800000">
            <a:off x="4449403" y="5543212"/>
            <a:ext cx="212670" cy="163512"/>
          </a:xfrm>
          <a:prstGeom prst="straightConnector1">
            <a:avLst/>
          </a:prstGeom>
          <a:noFill/>
          <a:ln cap="flat" cmpd="sng" w="38100">
            <a:solidFill>
              <a:srgbClr val="CC0000"/>
            </a:solidFill>
            <a:prstDash val="solid"/>
            <a:round/>
            <a:headEnd len="med" w="med" type="none"/>
            <a:tailEnd len="med" w="med" type="none"/>
          </a:ln>
        </p:spPr>
      </p:cxnSp>
      <p:cxnSp>
        <p:nvCxnSpPr>
          <p:cNvPr id="580" name="Google Shape;580;p18"/>
          <p:cNvCxnSpPr/>
          <p:nvPr/>
        </p:nvCxnSpPr>
        <p:spPr>
          <a:xfrm flipH="1" rot="10800000">
            <a:off x="4431950" y="6030579"/>
            <a:ext cx="7935" cy="173039"/>
          </a:xfrm>
          <a:prstGeom prst="straightConnector1">
            <a:avLst/>
          </a:prstGeom>
          <a:noFill/>
          <a:ln cap="flat" cmpd="sng" w="38100">
            <a:solidFill>
              <a:srgbClr val="CC0000"/>
            </a:solidFill>
            <a:prstDash val="solid"/>
            <a:round/>
            <a:headEnd len="med" w="med" type="none"/>
            <a:tailEnd len="med" w="med" type="none"/>
          </a:ln>
        </p:spPr>
      </p:cxnSp>
      <p:sp>
        <p:nvSpPr>
          <p:cNvPr id="581" name="Google Shape;581;p18"/>
          <p:cNvSpPr/>
          <p:nvPr/>
        </p:nvSpPr>
        <p:spPr>
          <a:xfrm>
            <a:off x="5673045" y="3230230"/>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8"/>
          <p:cNvSpPr/>
          <p:nvPr/>
        </p:nvSpPr>
        <p:spPr>
          <a:xfrm>
            <a:off x="3262267" y="3723937"/>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18"/>
          <p:cNvSpPr/>
          <p:nvPr/>
        </p:nvSpPr>
        <p:spPr>
          <a:xfrm>
            <a:off x="6055539" y="365726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18"/>
          <p:cNvSpPr/>
          <p:nvPr/>
        </p:nvSpPr>
        <p:spPr>
          <a:xfrm>
            <a:off x="7799742" y="3673137"/>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18"/>
          <p:cNvSpPr/>
          <p:nvPr/>
        </p:nvSpPr>
        <p:spPr>
          <a:xfrm>
            <a:off x="2698846" y="4203363"/>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18"/>
          <p:cNvSpPr/>
          <p:nvPr/>
        </p:nvSpPr>
        <p:spPr>
          <a:xfrm>
            <a:off x="3398757" y="420336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18"/>
          <p:cNvSpPr/>
          <p:nvPr/>
        </p:nvSpPr>
        <p:spPr>
          <a:xfrm>
            <a:off x="4219275" y="4185906"/>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18"/>
          <p:cNvSpPr/>
          <p:nvPr/>
        </p:nvSpPr>
        <p:spPr>
          <a:xfrm>
            <a:off x="2697265" y="4758987"/>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18"/>
          <p:cNvSpPr/>
          <p:nvPr/>
        </p:nvSpPr>
        <p:spPr>
          <a:xfrm>
            <a:off x="3389234" y="4743112"/>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18"/>
          <p:cNvSpPr/>
          <p:nvPr/>
        </p:nvSpPr>
        <p:spPr>
          <a:xfrm>
            <a:off x="3859011" y="4733587"/>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18"/>
          <p:cNvSpPr/>
          <p:nvPr/>
        </p:nvSpPr>
        <p:spPr>
          <a:xfrm>
            <a:off x="4535110" y="472406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18"/>
          <p:cNvSpPr/>
          <p:nvPr/>
        </p:nvSpPr>
        <p:spPr>
          <a:xfrm>
            <a:off x="3620948" y="5262230"/>
            <a:ext cx="290437"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18"/>
          <p:cNvSpPr/>
          <p:nvPr/>
        </p:nvSpPr>
        <p:spPr>
          <a:xfrm>
            <a:off x="4065333" y="527016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18"/>
          <p:cNvSpPr/>
          <p:nvPr/>
        </p:nvSpPr>
        <p:spPr>
          <a:xfrm>
            <a:off x="3646342" y="5767055"/>
            <a:ext cx="290437"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18"/>
          <p:cNvSpPr/>
          <p:nvPr/>
        </p:nvSpPr>
        <p:spPr>
          <a:xfrm>
            <a:off x="4525589" y="5271755"/>
            <a:ext cx="290437"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18"/>
          <p:cNvSpPr/>
          <p:nvPr/>
        </p:nvSpPr>
        <p:spPr>
          <a:xfrm>
            <a:off x="4304978" y="5759112"/>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18"/>
          <p:cNvSpPr/>
          <p:nvPr/>
        </p:nvSpPr>
        <p:spPr>
          <a:xfrm>
            <a:off x="4787452" y="5786106"/>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18"/>
          <p:cNvSpPr/>
          <p:nvPr/>
        </p:nvSpPr>
        <p:spPr>
          <a:xfrm>
            <a:off x="4320849" y="6229012"/>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18"/>
          <p:cNvSpPr/>
          <p:nvPr/>
        </p:nvSpPr>
        <p:spPr>
          <a:xfrm>
            <a:off x="2697265" y="4751055"/>
            <a:ext cx="290437" cy="265113"/>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18"/>
          <p:cNvSpPr/>
          <p:nvPr/>
        </p:nvSpPr>
        <p:spPr>
          <a:xfrm>
            <a:off x="2698846" y="4195430"/>
            <a:ext cx="290436" cy="265113"/>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18"/>
          <p:cNvSpPr/>
          <p:nvPr/>
        </p:nvSpPr>
        <p:spPr>
          <a:xfrm>
            <a:off x="3389234" y="4743112"/>
            <a:ext cx="290437" cy="265112"/>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18"/>
          <p:cNvSpPr/>
          <p:nvPr/>
        </p:nvSpPr>
        <p:spPr>
          <a:xfrm>
            <a:off x="3398757" y="4195430"/>
            <a:ext cx="290437" cy="265113"/>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18"/>
          <p:cNvSpPr/>
          <p:nvPr/>
        </p:nvSpPr>
        <p:spPr>
          <a:xfrm>
            <a:off x="3620948" y="5254287"/>
            <a:ext cx="290437" cy="265112"/>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18"/>
          <p:cNvSpPr/>
          <p:nvPr/>
        </p:nvSpPr>
        <p:spPr>
          <a:xfrm>
            <a:off x="3638401" y="5759112"/>
            <a:ext cx="290436" cy="265112"/>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05" name="Google Shape;605;p18"/>
          <p:cNvGrpSpPr/>
          <p:nvPr/>
        </p:nvGrpSpPr>
        <p:grpSpPr>
          <a:xfrm>
            <a:off x="5352456" y="2449175"/>
            <a:ext cx="588810" cy="431800"/>
            <a:chOff x="2762" y="1745"/>
            <a:chExt cx="371" cy="272"/>
          </a:xfrm>
        </p:grpSpPr>
        <p:cxnSp>
          <p:nvCxnSpPr>
            <p:cNvPr id="606" name="Google Shape;606;p18"/>
            <p:cNvCxnSpPr/>
            <p:nvPr/>
          </p:nvCxnSpPr>
          <p:spPr>
            <a:xfrm flipH="1">
              <a:off x="2934" y="1745"/>
              <a:ext cx="199" cy="114"/>
            </a:xfrm>
            <a:prstGeom prst="straightConnector1">
              <a:avLst/>
            </a:prstGeom>
            <a:noFill/>
            <a:ln cap="flat" cmpd="sng" w="38100">
              <a:solidFill>
                <a:srgbClr val="CC0000"/>
              </a:solidFill>
              <a:prstDash val="solid"/>
              <a:round/>
              <a:headEnd len="med" w="med" type="none"/>
              <a:tailEnd len="med" w="med" type="triangle"/>
            </a:ln>
          </p:spPr>
        </p:cxnSp>
        <p:sp>
          <p:nvSpPr>
            <p:cNvPr id="607" name="Google Shape;607;p18"/>
            <p:cNvSpPr/>
            <p:nvPr/>
          </p:nvSpPr>
          <p:spPr>
            <a:xfrm>
              <a:off x="2762" y="1825"/>
              <a:ext cx="200" cy="192"/>
            </a:xfrm>
            <a:prstGeom prst="flowChartConnector">
              <a:avLst/>
            </a:prstGeom>
            <a:no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1" sz="1500">
                <a:solidFill>
                  <a:schemeClr val="dk1"/>
                </a:solidFill>
                <a:latin typeface="Calibri"/>
                <a:ea typeface="Calibri"/>
                <a:cs typeface="Calibri"/>
                <a:sym typeface="Calibri"/>
              </a:endParaRPr>
            </a:p>
          </p:txBody>
        </p:sp>
      </p:grpSp>
      <p:sp>
        <p:nvSpPr>
          <p:cNvPr id="608" name="Google Shape;608;p18"/>
          <p:cNvSpPr/>
          <p:nvPr/>
        </p:nvSpPr>
        <p:spPr>
          <a:xfrm>
            <a:off x="3859011" y="4733587"/>
            <a:ext cx="290437" cy="265112"/>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18"/>
          <p:cNvSpPr/>
          <p:nvPr/>
        </p:nvSpPr>
        <p:spPr>
          <a:xfrm>
            <a:off x="4065333" y="5270163"/>
            <a:ext cx="290437" cy="265112"/>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18"/>
          <p:cNvSpPr/>
          <p:nvPr/>
        </p:nvSpPr>
        <p:spPr>
          <a:xfrm>
            <a:off x="4304978" y="5759112"/>
            <a:ext cx="290436" cy="265112"/>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18"/>
          <p:cNvSpPr/>
          <p:nvPr/>
        </p:nvSpPr>
        <p:spPr>
          <a:xfrm>
            <a:off x="4320849" y="6229012"/>
            <a:ext cx="290436" cy="265112"/>
          </a:xfrm>
          <a:prstGeom prst="ellipse">
            <a:avLst/>
          </a:prstGeom>
          <a:solidFill>
            <a:schemeClr val="lt2">
              <a:alpha val="2000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12" name="Google Shape;612;p18"/>
          <p:cNvPicPr preferRelativeResize="0"/>
          <p:nvPr/>
        </p:nvPicPr>
        <p:blipFill rotWithShape="1">
          <a:blip r:embed="rId3">
            <a:alphaModFix/>
          </a:blip>
          <a:srcRect b="0" l="0" r="0" t="0"/>
          <a:stretch/>
        </p:blipFill>
        <p:spPr>
          <a:xfrm>
            <a:off x="8875759" y="4203363"/>
            <a:ext cx="2902297" cy="2192681"/>
          </a:xfrm>
          <a:prstGeom prst="rect">
            <a:avLst/>
          </a:prstGeom>
          <a:noFill/>
          <a:ln>
            <a:noFill/>
          </a:ln>
        </p:spPr>
      </p:pic>
      <p:sp>
        <p:nvSpPr>
          <p:cNvPr id="613" name="Google Shape;613;p18"/>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614" name="Google Shape;614;p18"/>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6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54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6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8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4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6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8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54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8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6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5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8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2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2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56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7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6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60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2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8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57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8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7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7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5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5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9"/>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Depth-First Search (DFS)</a:t>
            </a:r>
            <a:endParaRPr/>
          </a:p>
        </p:txBody>
      </p:sp>
      <p:sp>
        <p:nvSpPr>
          <p:cNvPr id="620" name="Google Shape;620;p19"/>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p>
            <a:pPr indent="-73025" lvl="0" marL="225425" rtl="0" algn="l">
              <a:spcBef>
                <a:spcPts val="0"/>
              </a:spcBef>
              <a:spcAft>
                <a:spcPts val="0"/>
              </a:spcAft>
              <a:buClr>
                <a:srgbClr val="3760AA"/>
              </a:buClr>
              <a:buSzPts val="2400"/>
              <a:buNone/>
            </a:pPr>
            <a:r>
              <a:t/>
            </a:r>
            <a:endParaRPr/>
          </a:p>
        </p:txBody>
      </p:sp>
      <p:sp>
        <p:nvSpPr>
          <p:cNvPr id="621" name="Google Shape;621;p19"/>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622" name="Google Shape;622;p19"/>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23" name="Google Shape;623;p19"/>
          <p:cNvPicPr preferRelativeResize="0"/>
          <p:nvPr/>
        </p:nvPicPr>
        <p:blipFill rotWithShape="1">
          <a:blip r:embed="rId3">
            <a:alphaModFix/>
          </a:blip>
          <a:srcRect b="0" l="0" r="0" t="0"/>
          <a:stretch/>
        </p:blipFill>
        <p:spPr>
          <a:xfrm>
            <a:off x="1769458" y="637550"/>
            <a:ext cx="8649907" cy="565864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0"/>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Depth-First Search (DFS)</a:t>
            </a:r>
            <a:endParaRPr/>
          </a:p>
        </p:txBody>
      </p:sp>
      <p:sp>
        <p:nvSpPr>
          <p:cNvPr id="629" name="Google Shape;629;p20"/>
          <p:cNvSpPr txBox="1"/>
          <p:nvPr>
            <p:ph idx="1" type="body"/>
          </p:nvPr>
        </p:nvSpPr>
        <p:spPr>
          <a:xfrm>
            <a:off x="912812" y="762000"/>
            <a:ext cx="9441085" cy="48768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953734"/>
              </a:buClr>
              <a:buSzPts val="2400"/>
              <a:buNone/>
            </a:pPr>
            <a:r>
              <a:rPr b="1" lang="en-US">
                <a:solidFill>
                  <a:srgbClr val="953734"/>
                </a:solidFill>
              </a:rPr>
              <a:t>Properties</a:t>
            </a:r>
            <a:endParaRPr b="1">
              <a:solidFill>
                <a:srgbClr val="953734"/>
              </a:solidFill>
            </a:endParaRPr>
          </a:p>
        </p:txBody>
      </p:sp>
      <p:pic>
        <p:nvPicPr>
          <p:cNvPr id="630" name="Google Shape;630;p20"/>
          <p:cNvPicPr preferRelativeResize="0"/>
          <p:nvPr/>
        </p:nvPicPr>
        <p:blipFill rotWithShape="1">
          <a:blip r:embed="rId3">
            <a:alphaModFix/>
          </a:blip>
          <a:srcRect b="0" l="0" r="0" t="0"/>
          <a:stretch/>
        </p:blipFill>
        <p:spPr>
          <a:xfrm>
            <a:off x="8193599" y="4671450"/>
            <a:ext cx="3150941" cy="1718045"/>
          </a:xfrm>
          <a:prstGeom prst="rect">
            <a:avLst/>
          </a:prstGeom>
          <a:noFill/>
          <a:ln>
            <a:noFill/>
          </a:ln>
        </p:spPr>
      </p:pic>
      <p:sp>
        <p:nvSpPr>
          <p:cNvPr id="631" name="Google Shape;631;p20"/>
          <p:cNvSpPr/>
          <p:nvPr/>
        </p:nvSpPr>
        <p:spPr>
          <a:xfrm>
            <a:off x="8037116" y="1653233"/>
            <a:ext cx="1906091" cy="2554288"/>
          </a:xfrm>
          <a:custGeom>
            <a:rect b="b" l="l" r="r" t="t"/>
            <a:pathLst>
              <a:path extrusionOk="0" h="10000" w="10000">
                <a:moveTo>
                  <a:pt x="0" y="10000"/>
                </a:moveTo>
                <a:lnTo>
                  <a:pt x="10000" y="9975"/>
                </a:lnTo>
                <a:cubicBezTo>
                  <a:pt x="9806" y="8135"/>
                  <a:pt x="9212" y="6228"/>
                  <a:pt x="9018" y="4388"/>
                </a:cubicBezTo>
                <a:lnTo>
                  <a:pt x="7619" y="0"/>
                </a:lnTo>
                <a:lnTo>
                  <a:pt x="0" y="1000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20"/>
          <p:cNvSpPr txBox="1"/>
          <p:nvPr/>
        </p:nvSpPr>
        <p:spPr>
          <a:xfrm>
            <a:off x="866878" y="1581800"/>
            <a:ext cx="6396570" cy="4981121"/>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17365D"/>
              </a:buClr>
              <a:buSzPts val="2400"/>
              <a:buFont typeface="Arial"/>
              <a:buChar char="•"/>
            </a:pPr>
            <a:r>
              <a:rPr lang="en-US" sz="2400">
                <a:solidFill>
                  <a:schemeClr val="dk1"/>
                </a:solidFill>
                <a:latin typeface="Arial"/>
                <a:ea typeface="Arial"/>
                <a:cs typeface="Arial"/>
                <a:sym typeface="Arial"/>
              </a:rPr>
              <a:t>What nodes DFS expand?</a:t>
            </a:r>
            <a:endParaRPr/>
          </a:p>
          <a:p>
            <a:pPr indent="-228600" lvl="1" marL="685800" marR="0" rtl="0" algn="l">
              <a:lnSpc>
                <a:spcPct val="100000"/>
              </a:lnSpc>
              <a:spcBef>
                <a:spcPts val="1200"/>
              </a:spcBef>
              <a:spcAft>
                <a:spcPts val="0"/>
              </a:spcAft>
              <a:buClr>
                <a:srgbClr val="C00000"/>
              </a:buClr>
              <a:buSzPts val="2000"/>
              <a:buFont typeface="Arial"/>
              <a:buChar char="•"/>
            </a:pPr>
            <a:r>
              <a:rPr b="0" i="0" lang="en-US" sz="2000" u="none" cap="none" strike="noStrike">
                <a:solidFill>
                  <a:schemeClr val="dk1"/>
                </a:solidFill>
                <a:latin typeface="Arial"/>
                <a:ea typeface="Arial"/>
                <a:cs typeface="Arial"/>
                <a:sym typeface="Arial"/>
              </a:rPr>
              <a:t>Some left prefix of the tree.</a:t>
            </a:r>
            <a:endParaRPr/>
          </a:p>
          <a:p>
            <a:pPr indent="-228600" lvl="1" marL="685800" marR="0" rtl="0" algn="l">
              <a:lnSpc>
                <a:spcPct val="100000"/>
              </a:lnSpc>
              <a:spcBef>
                <a:spcPts val="1200"/>
              </a:spcBef>
              <a:spcAft>
                <a:spcPts val="0"/>
              </a:spcAft>
              <a:buClr>
                <a:srgbClr val="C00000"/>
              </a:buClr>
              <a:buSzPts val="2000"/>
              <a:buFont typeface="Arial"/>
              <a:buChar char="•"/>
            </a:pPr>
            <a:r>
              <a:rPr b="0" i="0" lang="en-US" sz="2000" u="none" cap="none" strike="noStrike">
                <a:solidFill>
                  <a:schemeClr val="dk1"/>
                </a:solidFill>
                <a:latin typeface="Arial"/>
                <a:ea typeface="Arial"/>
                <a:cs typeface="Arial"/>
                <a:sym typeface="Arial"/>
              </a:rPr>
              <a:t>Could process the whole tree!</a:t>
            </a:r>
            <a:endParaRPr/>
          </a:p>
          <a:p>
            <a:pPr indent="-228600" lvl="0" marL="228600" marR="0" rtl="0" algn="l">
              <a:lnSpc>
                <a:spcPct val="100000"/>
              </a:lnSpc>
              <a:spcBef>
                <a:spcPts val="1200"/>
              </a:spcBef>
              <a:spcAft>
                <a:spcPts val="0"/>
              </a:spcAft>
              <a:buClr>
                <a:srgbClr val="17365D"/>
              </a:buClr>
              <a:buSzPts val="2200"/>
              <a:buFont typeface="Arial"/>
              <a:buChar char="•"/>
            </a:pPr>
            <a:r>
              <a:rPr b="1" lang="en-US" sz="2200">
                <a:solidFill>
                  <a:schemeClr val="dk1"/>
                </a:solidFill>
                <a:latin typeface="Arial"/>
                <a:ea typeface="Arial"/>
                <a:cs typeface="Arial"/>
                <a:sym typeface="Arial"/>
              </a:rPr>
              <a:t>Time:</a:t>
            </a:r>
            <a:r>
              <a:rPr b="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If m is finite, takes </a:t>
            </a:r>
            <a:r>
              <a:rPr b="1" lang="en-US" sz="2400">
                <a:solidFill>
                  <a:schemeClr val="dk1"/>
                </a:solidFill>
                <a:latin typeface="Arial"/>
                <a:ea typeface="Arial"/>
                <a:cs typeface="Arial"/>
                <a:sym typeface="Arial"/>
              </a:rPr>
              <a:t>time</a:t>
            </a:r>
            <a:r>
              <a:rPr lang="en-US" sz="2400">
                <a:solidFill>
                  <a:schemeClr val="dk1"/>
                </a:solidFill>
                <a:latin typeface="Arial"/>
                <a:ea typeface="Arial"/>
                <a:cs typeface="Arial"/>
                <a:sym typeface="Arial"/>
              </a:rPr>
              <a:t> O(b</a:t>
            </a:r>
            <a:r>
              <a:rPr baseline="30000"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a:t>
            </a:r>
            <a:endParaRPr/>
          </a:p>
          <a:p>
            <a:pPr indent="-228600" lvl="0" marL="228600" marR="0" rtl="0" algn="l">
              <a:lnSpc>
                <a:spcPct val="100000"/>
              </a:lnSpc>
              <a:spcBef>
                <a:spcPts val="1200"/>
              </a:spcBef>
              <a:spcAft>
                <a:spcPts val="0"/>
              </a:spcAft>
              <a:buClr>
                <a:srgbClr val="17365D"/>
              </a:buClr>
              <a:buSzPts val="2200"/>
              <a:buFont typeface="Arial"/>
              <a:buChar char="•"/>
            </a:pPr>
            <a:r>
              <a:rPr b="1" lang="en-US" sz="2200">
                <a:solidFill>
                  <a:schemeClr val="dk1"/>
                </a:solidFill>
                <a:latin typeface="Arial"/>
                <a:ea typeface="Arial"/>
                <a:cs typeface="Arial"/>
                <a:sym typeface="Arial"/>
              </a:rPr>
              <a:t>Space:</a:t>
            </a:r>
            <a:r>
              <a:rPr b="1" lang="en-US" sz="2400">
                <a:solidFill>
                  <a:schemeClr val="dk1"/>
                </a:solidFill>
                <a:latin typeface="Arial"/>
                <a:ea typeface="Arial"/>
                <a:cs typeface="Arial"/>
                <a:sym typeface="Arial"/>
              </a:rPr>
              <a:t> </a:t>
            </a:r>
            <a:r>
              <a:rPr lang="en-US" sz="2000">
                <a:solidFill>
                  <a:schemeClr val="dk1"/>
                </a:solidFill>
                <a:latin typeface="Arial"/>
                <a:ea typeface="Arial"/>
                <a:cs typeface="Arial"/>
                <a:sym typeface="Arial"/>
              </a:rPr>
              <a:t>Only has siblings on path to root, so O(bm)</a:t>
            </a:r>
            <a:endParaRPr/>
          </a:p>
          <a:p>
            <a:pPr indent="-228600" lvl="0" marL="228600" marR="0" rtl="0" algn="l">
              <a:lnSpc>
                <a:spcPct val="100000"/>
              </a:lnSpc>
              <a:spcBef>
                <a:spcPts val="1200"/>
              </a:spcBef>
              <a:spcAft>
                <a:spcPts val="0"/>
              </a:spcAft>
              <a:buClr>
                <a:srgbClr val="17365D"/>
              </a:buClr>
              <a:buSzPts val="2200"/>
              <a:buFont typeface="Arial"/>
              <a:buChar char="•"/>
            </a:pPr>
            <a:r>
              <a:rPr b="1" lang="en-US" sz="2200">
                <a:solidFill>
                  <a:schemeClr val="dk1"/>
                </a:solidFill>
                <a:latin typeface="Arial"/>
                <a:ea typeface="Arial"/>
                <a:cs typeface="Arial"/>
                <a:sym typeface="Arial"/>
              </a:rPr>
              <a:t>complete?</a:t>
            </a:r>
            <a:endParaRPr/>
          </a:p>
          <a:p>
            <a:pPr indent="-228600" lvl="1" marL="685800" marR="0" rtl="0" algn="l">
              <a:lnSpc>
                <a:spcPct val="100000"/>
              </a:lnSpc>
              <a:spcBef>
                <a:spcPts val="1200"/>
              </a:spcBef>
              <a:spcAft>
                <a:spcPts val="0"/>
              </a:spcAft>
              <a:buClr>
                <a:srgbClr val="C00000"/>
              </a:buClr>
              <a:buSzPts val="2000"/>
              <a:buFont typeface="Arial"/>
              <a:buChar char="•"/>
            </a:pPr>
            <a:r>
              <a:rPr b="0" i="0" lang="en-US" sz="2000" u="none" cap="none" strike="noStrike">
                <a:solidFill>
                  <a:schemeClr val="dk1"/>
                </a:solidFill>
                <a:latin typeface="Arial"/>
                <a:ea typeface="Arial"/>
                <a:cs typeface="Arial"/>
                <a:sym typeface="Arial"/>
              </a:rPr>
              <a:t>m could be infinite, so only if we prevent cycles (more later)</a:t>
            </a:r>
            <a:endParaRPr/>
          </a:p>
          <a:p>
            <a:pPr indent="-228600" lvl="0" marL="228600" marR="0" rtl="0" algn="l">
              <a:lnSpc>
                <a:spcPct val="100000"/>
              </a:lnSpc>
              <a:spcBef>
                <a:spcPts val="1200"/>
              </a:spcBef>
              <a:spcAft>
                <a:spcPts val="0"/>
              </a:spcAft>
              <a:buClr>
                <a:srgbClr val="17365D"/>
              </a:buClr>
              <a:buSzPts val="2200"/>
              <a:buFont typeface="Arial"/>
              <a:buChar char="•"/>
            </a:pPr>
            <a:r>
              <a:rPr b="1" lang="en-US" sz="2200">
                <a:solidFill>
                  <a:schemeClr val="dk1"/>
                </a:solidFill>
                <a:latin typeface="Arial"/>
                <a:ea typeface="Arial"/>
                <a:cs typeface="Arial"/>
                <a:sym typeface="Arial"/>
              </a:rPr>
              <a:t>optimal?</a:t>
            </a:r>
            <a:endParaRPr/>
          </a:p>
          <a:p>
            <a:pPr indent="-228600" lvl="1" marL="685800" marR="0" rtl="0" algn="l">
              <a:lnSpc>
                <a:spcPct val="100000"/>
              </a:lnSpc>
              <a:spcBef>
                <a:spcPts val="1200"/>
              </a:spcBef>
              <a:spcAft>
                <a:spcPts val="0"/>
              </a:spcAft>
              <a:buClr>
                <a:srgbClr val="C00000"/>
              </a:buClr>
              <a:buSzPts val="2000"/>
              <a:buFont typeface="Arial"/>
              <a:buChar char="•"/>
            </a:pPr>
            <a:r>
              <a:rPr b="0" i="0" lang="en-US" sz="2000" u="none" cap="none" strike="noStrike">
                <a:solidFill>
                  <a:schemeClr val="dk1"/>
                </a:solidFill>
                <a:latin typeface="Arial"/>
                <a:ea typeface="Arial"/>
                <a:cs typeface="Arial"/>
                <a:sym typeface="Arial"/>
              </a:rPr>
              <a:t>No, it finds the “leftmost” solution, regardless of depth or cost</a:t>
            </a:r>
            <a:endParaRPr b="0" i="0" sz="2000" u="none" cap="none" strike="noStrike">
              <a:solidFill>
                <a:schemeClr val="dk1"/>
              </a:solidFill>
              <a:latin typeface="Arial"/>
              <a:ea typeface="Arial"/>
              <a:cs typeface="Arial"/>
              <a:sym typeface="Arial"/>
            </a:endParaRPr>
          </a:p>
        </p:txBody>
      </p:sp>
      <p:grpSp>
        <p:nvGrpSpPr>
          <p:cNvPr id="633" name="Google Shape;633;p20"/>
          <p:cNvGrpSpPr/>
          <p:nvPr/>
        </p:nvGrpSpPr>
        <p:grpSpPr>
          <a:xfrm>
            <a:off x="6708726" y="1402412"/>
            <a:ext cx="5480099" cy="2900363"/>
            <a:chOff x="1328738" y="2012950"/>
            <a:chExt cx="5481526" cy="2900363"/>
          </a:xfrm>
        </p:grpSpPr>
        <p:sp>
          <p:nvSpPr>
            <p:cNvPr id="634" name="Google Shape;634;p20"/>
            <p:cNvSpPr/>
            <p:nvPr/>
          </p:nvSpPr>
          <p:spPr>
            <a:xfrm>
              <a:off x="2655888" y="2262188"/>
              <a:ext cx="2927350" cy="2554287"/>
            </a:xfrm>
            <a:custGeom>
              <a:rect b="b" l="l" r="r" t="t"/>
              <a:pathLst>
                <a:path extrusionOk="0" h="1609" w="1844">
                  <a:moveTo>
                    <a:pt x="0" y="1609"/>
                  </a:moveTo>
                  <a:lnTo>
                    <a:pt x="1844" y="1609"/>
                  </a:lnTo>
                  <a:lnTo>
                    <a:pt x="915" y="0"/>
                  </a:lnTo>
                  <a:lnTo>
                    <a:pt x="0" y="1609"/>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20"/>
            <p:cNvSpPr/>
            <p:nvPr/>
          </p:nvSpPr>
          <p:spPr>
            <a:xfrm>
              <a:off x="4010025" y="2192338"/>
              <a:ext cx="179388"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20"/>
            <p:cNvSpPr/>
            <p:nvPr/>
          </p:nvSpPr>
          <p:spPr>
            <a:xfrm>
              <a:off x="3778250" y="2617788"/>
              <a:ext cx="179388"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20"/>
            <p:cNvSpPr/>
            <p:nvPr/>
          </p:nvSpPr>
          <p:spPr>
            <a:xfrm>
              <a:off x="4254500" y="2608263"/>
              <a:ext cx="179388"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20"/>
            <p:cNvSpPr txBox="1"/>
            <p:nvPr/>
          </p:nvSpPr>
          <p:spPr>
            <a:xfrm>
              <a:off x="3908425" y="2468563"/>
              <a:ext cx="2746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639" name="Google Shape;639;p20"/>
            <p:cNvSpPr/>
            <p:nvPr/>
          </p:nvSpPr>
          <p:spPr>
            <a:xfrm>
              <a:off x="3890963" y="2422525"/>
              <a:ext cx="444500" cy="88900"/>
            </a:xfrm>
            <a:custGeom>
              <a:rect b="b" l="l" r="r" t="t"/>
              <a:pathLst>
                <a:path extrusionOk="0" h="56" w="280">
                  <a:moveTo>
                    <a:pt x="0" y="11"/>
                  </a:moveTo>
                  <a:cubicBezTo>
                    <a:pt x="52" y="33"/>
                    <a:pt x="104" y="56"/>
                    <a:pt x="151" y="54"/>
                  </a:cubicBezTo>
                  <a:cubicBezTo>
                    <a:pt x="198" y="52"/>
                    <a:pt x="239" y="26"/>
                    <a:pt x="28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20"/>
            <p:cNvSpPr txBox="1"/>
            <p:nvPr/>
          </p:nvSpPr>
          <p:spPr>
            <a:xfrm>
              <a:off x="4292599" y="2220913"/>
              <a:ext cx="2984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a:p>
          </p:txBody>
        </p:sp>
        <p:sp>
          <p:nvSpPr>
            <p:cNvPr id="641" name="Google Shape;641;p20"/>
            <p:cNvSpPr txBox="1"/>
            <p:nvPr/>
          </p:nvSpPr>
          <p:spPr>
            <a:xfrm>
              <a:off x="5467507" y="2073275"/>
              <a:ext cx="10167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 node</a:t>
              </a:r>
              <a:endParaRPr/>
            </a:p>
          </p:txBody>
        </p:sp>
        <p:sp>
          <p:nvSpPr>
            <p:cNvPr id="642" name="Google Shape;642;p20"/>
            <p:cNvSpPr txBox="1"/>
            <p:nvPr/>
          </p:nvSpPr>
          <p:spPr>
            <a:xfrm>
              <a:off x="5469094" y="2427287"/>
              <a:ext cx="10167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 nodes</a:t>
              </a:r>
              <a:endParaRPr/>
            </a:p>
          </p:txBody>
        </p:sp>
        <p:sp>
          <p:nvSpPr>
            <p:cNvPr id="643" name="Google Shape;643;p20"/>
            <p:cNvSpPr txBox="1"/>
            <p:nvPr/>
          </p:nvSpPr>
          <p:spPr>
            <a:xfrm>
              <a:off x="5469094" y="2838450"/>
              <a:ext cx="10167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r>
                <a:rPr baseline="30000" lang="en-US" sz="18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 nodes</a:t>
              </a:r>
              <a:endParaRPr/>
            </a:p>
          </p:txBody>
        </p:sp>
        <p:sp>
          <p:nvSpPr>
            <p:cNvPr id="644" name="Google Shape;644;p20"/>
            <p:cNvSpPr txBox="1"/>
            <p:nvPr/>
          </p:nvSpPr>
          <p:spPr>
            <a:xfrm>
              <a:off x="5483382" y="4464050"/>
              <a:ext cx="1326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r>
                <a:rPr baseline="30000" lang="en-US" sz="1800">
                  <a:solidFill>
                    <a:schemeClr val="dk1"/>
                  </a:solidFill>
                  <a:latin typeface="Calibri"/>
                  <a:ea typeface="Calibri"/>
                  <a:cs typeface="Calibri"/>
                  <a:sym typeface="Calibri"/>
                </a:rPr>
                <a:t>m</a:t>
              </a:r>
              <a:r>
                <a:rPr lang="en-US" sz="1800">
                  <a:solidFill>
                    <a:schemeClr val="dk1"/>
                  </a:solidFill>
                  <a:latin typeface="Calibri"/>
                  <a:ea typeface="Calibri"/>
                  <a:cs typeface="Calibri"/>
                  <a:sym typeface="Calibri"/>
                </a:rPr>
                <a:t> nodes</a:t>
              </a:r>
              <a:endParaRPr/>
            </a:p>
          </p:txBody>
        </p:sp>
        <p:sp>
          <p:nvSpPr>
            <p:cNvPr id="645" name="Google Shape;645;p20"/>
            <p:cNvSpPr/>
            <p:nvPr/>
          </p:nvSpPr>
          <p:spPr>
            <a:xfrm>
              <a:off x="4502151" y="4733925"/>
              <a:ext cx="179387" cy="179388"/>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20"/>
            <p:cNvSpPr/>
            <p:nvPr/>
          </p:nvSpPr>
          <p:spPr>
            <a:xfrm>
              <a:off x="2340818" y="2012950"/>
              <a:ext cx="265112" cy="2811463"/>
            </a:xfrm>
            <a:prstGeom prst="leftBrace">
              <a:avLst>
                <a:gd fmla="val 88373"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20"/>
            <p:cNvSpPr txBox="1"/>
            <p:nvPr/>
          </p:nvSpPr>
          <p:spPr>
            <a:xfrm>
              <a:off x="1328738" y="3224213"/>
              <a:ext cx="126523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m tiers</a:t>
              </a:r>
              <a:endParaRPr/>
            </a:p>
          </p:txBody>
        </p:sp>
      </p:grpSp>
      <p:sp>
        <p:nvSpPr>
          <p:cNvPr id="648" name="Google Shape;648;p20"/>
          <p:cNvSpPr/>
          <p:nvPr/>
        </p:nvSpPr>
        <p:spPr>
          <a:xfrm>
            <a:off x="8078383" y="1707128"/>
            <a:ext cx="1372805" cy="2478171"/>
          </a:xfrm>
          <a:custGeom>
            <a:rect b="b" l="l" r="r" t="t"/>
            <a:pathLst>
              <a:path extrusionOk="0" h="10000" w="10000">
                <a:moveTo>
                  <a:pt x="0" y="10000"/>
                </a:moveTo>
                <a:lnTo>
                  <a:pt x="8335" y="9974"/>
                </a:lnTo>
                <a:cubicBezTo>
                  <a:pt x="8174" y="8078"/>
                  <a:pt x="9052" y="6201"/>
                  <a:pt x="8890" y="4305"/>
                </a:cubicBezTo>
                <a:lnTo>
                  <a:pt x="10000" y="0"/>
                </a:lnTo>
                <a:lnTo>
                  <a:pt x="0" y="1000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20"/>
          <p:cNvSpPr/>
          <p:nvPr/>
        </p:nvSpPr>
        <p:spPr>
          <a:xfrm>
            <a:off x="8078410" y="1707214"/>
            <a:ext cx="1372821" cy="2514599"/>
          </a:xfrm>
          <a:custGeom>
            <a:rect b="b" l="l" r="r" t="t"/>
            <a:pathLst>
              <a:path extrusionOk="0" h="10147" w="16352">
                <a:moveTo>
                  <a:pt x="0" y="10000"/>
                </a:moveTo>
                <a:lnTo>
                  <a:pt x="6370" y="10147"/>
                </a:lnTo>
                <a:cubicBezTo>
                  <a:pt x="6209" y="8251"/>
                  <a:pt x="8940" y="7679"/>
                  <a:pt x="10907" y="4612"/>
                </a:cubicBezTo>
                <a:lnTo>
                  <a:pt x="16352" y="0"/>
                </a:lnTo>
                <a:lnTo>
                  <a:pt x="0" y="1000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20"/>
          <p:cNvSpPr/>
          <p:nvPr/>
        </p:nvSpPr>
        <p:spPr>
          <a:xfrm>
            <a:off x="10109854" y="3078812"/>
            <a:ext cx="179340" cy="179388"/>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20"/>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652" name="Google Shape;652;p20"/>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6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64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1"/>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Depth-First Search (DFS)</a:t>
            </a:r>
            <a:endParaRPr b="0"/>
          </a:p>
        </p:txBody>
      </p:sp>
      <p:sp>
        <p:nvSpPr>
          <p:cNvPr id="658" name="Google Shape;658;p21"/>
          <p:cNvSpPr txBox="1"/>
          <p:nvPr>
            <p:ph idx="1" type="body"/>
          </p:nvPr>
        </p:nvSpPr>
        <p:spPr>
          <a:xfrm>
            <a:off x="1138114" y="1017759"/>
            <a:ext cx="9441085" cy="48768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953734"/>
              </a:buClr>
              <a:buSzPts val="2400"/>
              <a:buNone/>
            </a:pPr>
            <a:r>
              <a:rPr b="1" lang="en-US">
                <a:solidFill>
                  <a:srgbClr val="953734"/>
                </a:solidFill>
              </a:rPr>
              <a:t>Properties</a:t>
            </a:r>
            <a:endParaRPr b="1">
              <a:solidFill>
                <a:srgbClr val="953734"/>
              </a:solidFill>
            </a:endParaRPr>
          </a:p>
        </p:txBody>
      </p:sp>
      <p:sp>
        <p:nvSpPr>
          <p:cNvPr id="659" name="Google Shape;659;p21"/>
          <p:cNvSpPr txBox="1"/>
          <p:nvPr/>
        </p:nvSpPr>
        <p:spPr>
          <a:xfrm>
            <a:off x="1182106" y="1614791"/>
            <a:ext cx="10449145" cy="50907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marR="0" rtl="0" algn="l">
              <a:lnSpc>
                <a:spcPct val="100000"/>
              </a:lnSpc>
              <a:spcBef>
                <a:spcPts val="0"/>
              </a:spcBef>
              <a:spcAft>
                <a:spcPts val="0"/>
              </a:spcAft>
              <a:buClr>
                <a:srgbClr val="17365D"/>
              </a:buClr>
              <a:buSzPct val="100000"/>
              <a:buFont typeface="Arial"/>
              <a:buChar char="•"/>
            </a:pPr>
            <a:r>
              <a:rPr lang="en-US" sz="2400">
                <a:solidFill>
                  <a:schemeClr val="dk1"/>
                </a:solidFill>
                <a:latin typeface="Arial"/>
                <a:ea typeface="Arial"/>
                <a:cs typeface="Arial"/>
                <a:sym typeface="Arial"/>
              </a:rPr>
              <a:t>Complete: Guaranteed to find a solution if one exists?</a:t>
            </a:r>
            <a:endParaRPr/>
          </a:p>
          <a:p>
            <a:pPr indent="-228600" lvl="0" marL="228600" marR="0" rtl="0" algn="l">
              <a:lnSpc>
                <a:spcPct val="100000"/>
              </a:lnSpc>
              <a:spcBef>
                <a:spcPts val="1200"/>
              </a:spcBef>
              <a:spcAft>
                <a:spcPts val="0"/>
              </a:spcAft>
              <a:buClr>
                <a:srgbClr val="17365D"/>
              </a:buClr>
              <a:buSzPct val="100000"/>
              <a:buFont typeface="Arial"/>
              <a:buChar char="•"/>
            </a:pPr>
            <a:r>
              <a:rPr lang="en-US" sz="2400">
                <a:solidFill>
                  <a:schemeClr val="dk1"/>
                </a:solidFill>
                <a:latin typeface="Arial"/>
                <a:ea typeface="Arial"/>
                <a:cs typeface="Arial"/>
                <a:sym typeface="Arial"/>
              </a:rPr>
              <a:t>Optimal: Guaranteed to find the least cost path?</a:t>
            </a:r>
            <a:endParaRPr/>
          </a:p>
          <a:p>
            <a:pPr indent="-228600" lvl="0" marL="228600" marR="0" rtl="0" algn="l">
              <a:lnSpc>
                <a:spcPct val="100000"/>
              </a:lnSpc>
              <a:spcBef>
                <a:spcPts val="1200"/>
              </a:spcBef>
              <a:spcAft>
                <a:spcPts val="0"/>
              </a:spcAft>
              <a:buClr>
                <a:srgbClr val="17365D"/>
              </a:buClr>
              <a:buSzPct val="100000"/>
              <a:buFont typeface="Arial"/>
              <a:buChar char="•"/>
            </a:pPr>
            <a:r>
              <a:rPr lang="en-US" sz="2400">
                <a:solidFill>
                  <a:schemeClr val="dk1"/>
                </a:solidFill>
                <a:latin typeface="Arial"/>
                <a:ea typeface="Arial"/>
                <a:cs typeface="Arial"/>
                <a:sym typeface="Arial"/>
              </a:rPr>
              <a:t>Time complexity?</a:t>
            </a:r>
            <a:endParaRPr/>
          </a:p>
          <a:p>
            <a:pPr indent="-228600" lvl="0" marL="228600" marR="0" rtl="0" algn="l">
              <a:lnSpc>
                <a:spcPct val="100000"/>
              </a:lnSpc>
              <a:spcBef>
                <a:spcPts val="1200"/>
              </a:spcBef>
              <a:spcAft>
                <a:spcPts val="0"/>
              </a:spcAft>
              <a:buClr>
                <a:srgbClr val="17365D"/>
              </a:buClr>
              <a:buSzPct val="100000"/>
              <a:buFont typeface="Arial"/>
              <a:buChar char="•"/>
            </a:pPr>
            <a:r>
              <a:rPr lang="en-US" sz="2400">
                <a:solidFill>
                  <a:schemeClr val="dk1"/>
                </a:solidFill>
                <a:latin typeface="Arial"/>
                <a:ea typeface="Arial"/>
                <a:cs typeface="Arial"/>
                <a:sym typeface="Arial"/>
              </a:rPr>
              <a:t>Space complexity?</a:t>
            </a:r>
            <a:endParaRPr/>
          </a:p>
          <a:p>
            <a:pPr indent="-111125" lvl="1" marL="685800" marR="0" rtl="0" algn="l">
              <a:lnSpc>
                <a:spcPct val="100000"/>
              </a:lnSpc>
              <a:spcBef>
                <a:spcPts val="1200"/>
              </a:spcBef>
              <a:spcAft>
                <a:spcPts val="0"/>
              </a:spcAft>
              <a:buClr>
                <a:srgbClr val="C00000"/>
              </a:buClr>
              <a:buSzPct val="100000"/>
              <a:buFont typeface="Arial"/>
              <a:buNone/>
            </a:pPr>
            <a:r>
              <a:t/>
            </a:r>
            <a:endParaRPr b="0" i="0" sz="2000" u="none" cap="none" strike="noStrike">
              <a:solidFill>
                <a:schemeClr val="dk1"/>
              </a:solidFill>
              <a:latin typeface="Arial"/>
              <a:ea typeface="Arial"/>
              <a:cs typeface="Arial"/>
              <a:sym typeface="Arial"/>
            </a:endParaRPr>
          </a:p>
          <a:p>
            <a:pPr indent="-228600" lvl="0" marL="228600" marR="0" rtl="0" algn="l">
              <a:lnSpc>
                <a:spcPct val="100000"/>
              </a:lnSpc>
              <a:spcBef>
                <a:spcPts val="1200"/>
              </a:spcBef>
              <a:spcAft>
                <a:spcPts val="0"/>
              </a:spcAft>
              <a:buClr>
                <a:srgbClr val="17365D"/>
              </a:buClr>
              <a:buSzPct val="100000"/>
              <a:buFont typeface="Arial"/>
              <a:buChar char="•"/>
            </a:pPr>
            <a:r>
              <a:rPr lang="en-US" sz="2400">
                <a:solidFill>
                  <a:schemeClr val="dk1"/>
                </a:solidFill>
                <a:latin typeface="Arial"/>
                <a:ea typeface="Arial"/>
                <a:cs typeface="Arial"/>
                <a:sym typeface="Arial"/>
              </a:rPr>
              <a:t>Cartoon of search tree:</a:t>
            </a:r>
            <a:endParaRPr/>
          </a:p>
          <a:p>
            <a:pPr indent="-228600" lvl="1" marL="685800" marR="0" rtl="0" algn="l">
              <a:lnSpc>
                <a:spcPct val="100000"/>
              </a:lnSpc>
              <a:spcBef>
                <a:spcPts val="1200"/>
              </a:spcBef>
              <a:spcAft>
                <a:spcPts val="0"/>
              </a:spcAft>
              <a:buClr>
                <a:srgbClr val="C00000"/>
              </a:buClr>
              <a:buSzPct val="100000"/>
              <a:buFont typeface="Arial"/>
              <a:buChar char="•"/>
            </a:pPr>
            <a:r>
              <a:rPr b="0" i="0" lang="en-US" sz="2000" u="none" cap="none" strike="noStrike">
                <a:solidFill>
                  <a:schemeClr val="dk1"/>
                </a:solidFill>
                <a:latin typeface="Arial"/>
                <a:ea typeface="Arial"/>
                <a:cs typeface="Arial"/>
                <a:sym typeface="Arial"/>
              </a:rPr>
              <a:t>b is the branching factor</a:t>
            </a:r>
            <a:endParaRPr/>
          </a:p>
          <a:p>
            <a:pPr indent="-228600" lvl="1" marL="685800" marR="0" rtl="0" algn="l">
              <a:lnSpc>
                <a:spcPct val="100000"/>
              </a:lnSpc>
              <a:spcBef>
                <a:spcPts val="1200"/>
              </a:spcBef>
              <a:spcAft>
                <a:spcPts val="0"/>
              </a:spcAft>
              <a:buClr>
                <a:srgbClr val="C00000"/>
              </a:buClr>
              <a:buSzPct val="100000"/>
              <a:buFont typeface="Arial"/>
              <a:buChar char="•"/>
            </a:pPr>
            <a:r>
              <a:rPr b="0" i="0" lang="en-US" sz="2000" u="none" cap="none" strike="noStrike">
                <a:solidFill>
                  <a:schemeClr val="dk1"/>
                </a:solidFill>
                <a:latin typeface="Arial"/>
                <a:ea typeface="Arial"/>
                <a:cs typeface="Arial"/>
                <a:sym typeface="Arial"/>
              </a:rPr>
              <a:t>m is the maximum depth</a:t>
            </a:r>
            <a:endParaRPr/>
          </a:p>
          <a:p>
            <a:pPr indent="-228600" lvl="1" marL="685800" marR="0" rtl="0" algn="l">
              <a:lnSpc>
                <a:spcPct val="100000"/>
              </a:lnSpc>
              <a:spcBef>
                <a:spcPts val="1200"/>
              </a:spcBef>
              <a:spcAft>
                <a:spcPts val="0"/>
              </a:spcAft>
              <a:buClr>
                <a:srgbClr val="C00000"/>
              </a:buClr>
              <a:buSzPct val="100000"/>
              <a:buFont typeface="Arial"/>
              <a:buChar char="•"/>
            </a:pPr>
            <a:r>
              <a:rPr b="0" i="0" lang="en-US" sz="2000" u="none" cap="none" strike="noStrike">
                <a:solidFill>
                  <a:schemeClr val="dk1"/>
                </a:solidFill>
                <a:latin typeface="Arial"/>
                <a:ea typeface="Arial"/>
                <a:cs typeface="Arial"/>
                <a:sym typeface="Arial"/>
              </a:rPr>
              <a:t>solutions at various depths</a:t>
            </a:r>
            <a:endParaRPr/>
          </a:p>
          <a:p>
            <a:pPr indent="-111125" lvl="1" marL="685800" marR="0" rtl="0" algn="l">
              <a:lnSpc>
                <a:spcPct val="100000"/>
              </a:lnSpc>
              <a:spcBef>
                <a:spcPts val="1200"/>
              </a:spcBef>
              <a:spcAft>
                <a:spcPts val="0"/>
              </a:spcAft>
              <a:buClr>
                <a:srgbClr val="C00000"/>
              </a:buClr>
              <a:buSzPct val="100000"/>
              <a:buFont typeface="Arial"/>
              <a:buNone/>
            </a:pPr>
            <a:r>
              <a:t/>
            </a:r>
            <a:endParaRPr b="0" i="0" sz="2000" u="none" cap="none" strike="noStrike">
              <a:solidFill>
                <a:schemeClr val="dk1"/>
              </a:solidFill>
              <a:latin typeface="Arial"/>
              <a:ea typeface="Arial"/>
              <a:cs typeface="Arial"/>
              <a:sym typeface="Arial"/>
            </a:endParaRPr>
          </a:p>
          <a:p>
            <a:pPr indent="-228600" lvl="0" marL="228600" marR="0" rtl="0" algn="l">
              <a:lnSpc>
                <a:spcPct val="100000"/>
              </a:lnSpc>
              <a:spcBef>
                <a:spcPts val="1200"/>
              </a:spcBef>
              <a:spcAft>
                <a:spcPts val="0"/>
              </a:spcAft>
              <a:buClr>
                <a:srgbClr val="17365D"/>
              </a:buClr>
              <a:buSzPct val="100000"/>
              <a:buFont typeface="Arial"/>
              <a:buChar char="•"/>
            </a:pPr>
            <a:r>
              <a:rPr lang="en-US" sz="2400">
                <a:solidFill>
                  <a:srgbClr val="205867"/>
                </a:solidFill>
                <a:latin typeface="Arial"/>
                <a:ea typeface="Arial"/>
                <a:cs typeface="Arial"/>
                <a:sym typeface="Arial"/>
              </a:rPr>
              <a:t>Number of nodes in entire tree?</a:t>
            </a:r>
            <a:endParaRPr/>
          </a:p>
          <a:p>
            <a:pPr indent="-228600" lvl="1" marL="685800" marR="0" rtl="0" algn="l">
              <a:lnSpc>
                <a:spcPct val="100000"/>
              </a:lnSpc>
              <a:spcBef>
                <a:spcPts val="1200"/>
              </a:spcBef>
              <a:spcAft>
                <a:spcPts val="0"/>
              </a:spcAft>
              <a:buClr>
                <a:srgbClr val="C00000"/>
              </a:buClr>
              <a:buSzPct val="100000"/>
              <a:buFont typeface="Arial"/>
              <a:buChar char="•"/>
            </a:pPr>
            <a:r>
              <a:rPr b="0" i="0" lang="en-US" sz="2000" u="none" cap="none" strike="noStrike">
                <a:solidFill>
                  <a:schemeClr val="dk1"/>
                </a:solidFill>
                <a:latin typeface="Arial"/>
                <a:ea typeface="Arial"/>
                <a:cs typeface="Arial"/>
                <a:sym typeface="Arial"/>
              </a:rPr>
              <a:t>1 + b + b</a:t>
            </a:r>
            <a:r>
              <a:rPr b="0" baseline="30000" i="0" lang="en-US" sz="2000" u="none" cap="none" strike="noStrike">
                <a:solidFill>
                  <a:schemeClr val="dk1"/>
                </a:solidFill>
                <a:latin typeface="Arial"/>
                <a:ea typeface="Arial"/>
                <a:cs typeface="Arial"/>
                <a:sym typeface="Arial"/>
              </a:rPr>
              <a:t>2</a:t>
            </a:r>
            <a:r>
              <a:rPr b="0" i="0" lang="en-US" sz="2000" u="none" cap="none" strike="noStrike">
                <a:solidFill>
                  <a:schemeClr val="dk1"/>
                </a:solidFill>
                <a:latin typeface="Arial"/>
                <a:ea typeface="Arial"/>
                <a:cs typeface="Arial"/>
                <a:sym typeface="Arial"/>
              </a:rPr>
              <a:t> + …. b</a:t>
            </a:r>
            <a:r>
              <a:rPr b="0" baseline="30000" i="0" lang="en-US" sz="2000" u="none" cap="none" strike="noStrike">
                <a:solidFill>
                  <a:schemeClr val="dk1"/>
                </a:solidFill>
                <a:latin typeface="Arial"/>
                <a:ea typeface="Arial"/>
                <a:cs typeface="Arial"/>
                <a:sym typeface="Arial"/>
              </a:rPr>
              <a:t>m</a:t>
            </a:r>
            <a:r>
              <a:rPr b="0" i="0" lang="en-US" sz="2000" u="none" cap="none" strike="noStrike">
                <a:solidFill>
                  <a:schemeClr val="dk1"/>
                </a:solidFill>
                <a:latin typeface="Arial"/>
                <a:ea typeface="Arial"/>
                <a:cs typeface="Arial"/>
                <a:sym typeface="Arial"/>
              </a:rPr>
              <a:t> = O(b</a:t>
            </a:r>
            <a:r>
              <a:rPr b="0" baseline="30000" i="0" lang="en-US" sz="2000" u="none" cap="none" strike="noStrike">
                <a:solidFill>
                  <a:schemeClr val="dk1"/>
                </a:solidFill>
                <a:latin typeface="Arial"/>
                <a:ea typeface="Arial"/>
                <a:cs typeface="Arial"/>
                <a:sym typeface="Arial"/>
              </a:rPr>
              <a:t>m</a:t>
            </a:r>
            <a:r>
              <a:rPr b="0" i="0" lang="en-US" sz="2000" u="none" cap="none" strike="noStrike">
                <a:solidFill>
                  <a:schemeClr val="dk1"/>
                </a:solidFill>
                <a:latin typeface="Arial"/>
                <a:ea typeface="Arial"/>
                <a:cs typeface="Arial"/>
                <a:sym typeface="Arial"/>
              </a:rPr>
              <a:t>)</a:t>
            </a:r>
            <a:endParaRPr/>
          </a:p>
          <a:p>
            <a:pPr indent="-87630" lvl="0" marL="228600" marR="0" rtl="0" algn="l">
              <a:lnSpc>
                <a:spcPct val="100000"/>
              </a:lnSpc>
              <a:spcBef>
                <a:spcPts val="1200"/>
              </a:spcBef>
              <a:spcAft>
                <a:spcPts val="0"/>
              </a:spcAft>
              <a:buClr>
                <a:srgbClr val="17365D"/>
              </a:buClr>
              <a:buSzPct val="100000"/>
              <a:buFont typeface="Arial"/>
              <a:buNone/>
            </a:pPr>
            <a:r>
              <a:t/>
            </a:r>
            <a:endParaRPr sz="2400">
              <a:solidFill>
                <a:schemeClr val="dk1"/>
              </a:solidFill>
              <a:latin typeface="Arial"/>
              <a:ea typeface="Arial"/>
              <a:cs typeface="Arial"/>
              <a:sym typeface="Arial"/>
            </a:endParaRPr>
          </a:p>
        </p:txBody>
      </p:sp>
      <p:sp>
        <p:nvSpPr>
          <p:cNvPr id="660" name="Google Shape;660;p21"/>
          <p:cNvSpPr/>
          <p:nvPr/>
        </p:nvSpPr>
        <p:spPr>
          <a:xfrm>
            <a:off x="7018301" y="3381703"/>
            <a:ext cx="2926589" cy="2554287"/>
          </a:xfrm>
          <a:custGeom>
            <a:rect b="b" l="l" r="r" t="t"/>
            <a:pathLst>
              <a:path extrusionOk="0" h="1609" w="1844">
                <a:moveTo>
                  <a:pt x="0" y="1609"/>
                </a:moveTo>
                <a:lnTo>
                  <a:pt x="1844" y="1609"/>
                </a:lnTo>
                <a:lnTo>
                  <a:pt x="915" y="0"/>
                </a:lnTo>
                <a:lnTo>
                  <a:pt x="0" y="1609"/>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p21"/>
          <p:cNvSpPr/>
          <p:nvPr/>
        </p:nvSpPr>
        <p:spPr>
          <a:xfrm>
            <a:off x="8372084" y="3311851"/>
            <a:ext cx="179341"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21"/>
          <p:cNvSpPr/>
          <p:nvPr/>
        </p:nvSpPr>
        <p:spPr>
          <a:xfrm>
            <a:off x="8140372" y="3737302"/>
            <a:ext cx="179341"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21"/>
          <p:cNvSpPr/>
          <p:nvPr/>
        </p:nvSpPr>
        <p:spPr>
          <a:xfrm>
            <a:off x="8616497" y="3727775"/>
            <a:ext cx="179341"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21"/>
          <p:cNvSpPr txBox="1"/>
          <p:nvPr/>
        </p:nvSpPr>
        <p:spPr>
          <a:xfrm>
            <a:off x="8270514" y="3588075"/>
            <a:ext cx="274567"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665" name="Google Shape;665;p21"/>
          <p:cNvSpPr/>
          <p:nvPr/>
        </p:nvSpPr>
        <p:spPr>
          <a:xfrm>
            <a:off x="8253055" y="3542036"/>
            <a:ext cx="444384" cy="88900"/>
          </a:xfrm>
          <a:custGeom>
            <a:rect b="b" l="l" r="r" t="t"/>
            <a:pathLst>
              <a:path extrusionOk="0" h="56" w="280">
                <a:moveTo>
                  <a:pt x="0" y="11"/>
                </a:moveTo>
                <a:cubicBezTo>
                  <a:pt x="52" y="33"/>
                  <a:pt x="104" y="56"/>
                  <a:pt x="151" y="54"/>
                </a:cubicBezTo>
                <a:cubicBezTo>
                  <a:pt x="198" y="52"/>
                  <a:pt x="239" y="26"/>
                  <a:pt x="28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21"/>
          <p:cNvSpPr txBox="1"/>
          <p:nvPr/>
        </p:nvSpPr>
        <p:spPr>
          <a:xfrm>
            <a:off x="8654585" y="3340426"/>
            <a:ext cx="298373"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a:p>
        </p:txBody>
      </p:sp>
      <p:sp>
        <p:nvSpPr>
          <p:cNvPr id="667" name="Google Shape;667;p21"/>
          <p:cNvSpPr txBox="1"/>
          <p:nvPr/>
        </p:nvSpPr>
        <p:spPr>
          <a:xfrm>
            <a:off x="9876473" y="3255851"/>
            <a:ext cx="1118896"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 node</a:t>
            </a:r>
            <a:endParaRPr/>
          </a:p>
        </p:txBody>
      </p:sp>
      <p:sp>
        <p:nvSpPr>
          <p:cNvPr id="668" name="Google Shape;668;p21"/>
          <p:cNvSpPr txBox="1"/>
          <p:nvPr/>
        </p:nvSpPr>
        <p:spPr>
          <a:xfrm>
            <a:off x="9878061" y="3609862"/>
            <a:ext cx="1118897"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 nodes</a:t>
            </a:r>
            <a:endParaRPr/>
          </a:p>
        </p:txBody>
      </p:sp>
      <p:sp>
        <p:nvSpPr>
          <p:cNvPr id="669" name="Google Shape;669;p21"/>
          <p:cNvSpPr txBox="1"/>
          <p:nvPr/>
        </p:nvSpPr>
        <p:spPr>
          <a:xfrm>
            <a:off x="9878061" y="4021025"/>
            <a:ext cx="1118897"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r>
              <a:rPr baseline="30000" lang="en-US" sz="18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 nodes</a:t>
            </a:r>
            <a:endParaRPr/>
          </a:p>
        </p:txBody>
      </p:sp>
      <p:sp>
        <p:nvSpPr>
          <p:cNvPr id="670" name="Google Shape;670;p21"/>
          <p:cNvSpPr txBox="1"/>
          <p:nvPr/>
        </p:nvSpPr>
        <p:spPr>
          <a:xfrm>
            <a:off x="9892345" y="5646627"/>
            <a:ext cx="1460120"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r>
              <a:rPr baseline="30000" lang="en-US" sz="1800">
                <a:solidFill>
                  <a:schemeClr val="dk1"/>
                </a:solidFill>
                <a:latin typeface="Calibri"/>
                <a:ea typeface="Calibri"/>
                <a:cs typeface="Calibri"/>
                <a:sym typeface="Calibri"/>
              </a:rPr>
              <a:t>m</a:t>
            </a:r>
            <a:r>
              <a:rPr lang="en-US" sz="1800">
                <a:solidFill>
                  <a:schemeClr val="dk1"/>
                </a:solidFill>
                <a:latin typeface="Calibri"/>
                <a:ea typeface="Calibri"/>
                <a:cs typeface="Calibri"/>
                <a:sym typeface="Calibri"/>
              </a:rPr>
              <a:t> nodes</a:t>
            </a:r>
            <a:endParaRPr/>
          </a:p>
        </p:txBody>
      </p:sp>
      <p:sp>
        <p:nvSpPr>
          <p:cNvPr id="671" name="Google Shape;671;p21"/>
          <p:cNvSpPr/>
          <p:nvPr/>
        </p:nvSpPr>
        <p:spPr>
          <a:xfrm>
            <a:off x="8330822" y="5853436"/>
            <a:ext cx="179340" cy="179388"/>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21"/>
          <p:cNvSpPr/>
          <p:nvPr/>
        </p:nvSpPr>
        <p:spPr>
          <a:xfrm>
            <a:off x="8864083" y="4777112"/>
            <a:ext cx="179341" cy="179388"/>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21"/>
          <p:cNvSpPr/>
          <p:nvPr/>
        </p:nvSpPr>
        <p:spPr>
          <a:xfrm>
            <a:off x="6586613" y="3132465"/>
            <a:ext cx="265043" cy="2811463"/>
          </a:xfrm>
          <a:prstGeom prst="leftBrace">
            <a:avLst>
              <a:gd fmla="val 88373"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21"/>
          <p:cNvSpPr txBox="1"/>
          <p:nvPr/>
        </p:nvSpPr>
        <p:spPr>
          <a:xfrm>
            <a:off x="5516917" y="4343726"/>
            <a:ext cx="1264908"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 tiers</a:t>
            </a:r>
            <a:endParaRPr/>
          </a:p>
        </p:txBody>
      </p:sp>
      <p:sp>
        <p:nvSpPr>
          <p:cNvPr id="675" name="Google Shape;675;p21"/>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676" name="Google Shape;676;p21"/>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2"/>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rgbClr val="FF0000"/>
              </a:buClr>
              <a:buSzPct val="100000"/>
              <a:buFont typeface="Calibri"/>
              <a:buNone/>
            </a:pPr>
            <a:r>
              <a:rPr lang="en-US"/>
              <a:t>Breadth-First Search (BFS)</a:t>
            </a:r>
            <a:endParaRPr/>
          </a:p>
        </p:txBody>
      </p:sp>
      <p:pic>
        <p:nvPicPr>
          <p:cNvPr id="682" name="Google Shape;682;p22"/>
          <p:cNvPicPr preferRelativeResize="0"/>
          <p:nvPr/>
        </p:nvPicPr>
        <p:blipFill rotWithShape="1">
          <a:blip r:embed="rId3">
            <a:alphaModFix/>
          </a:blip>
          <a:srcRect b="6748" l="0" r="0" t="24767"/>
          <a:stretch/>
        </p:blipFill>
        <p:spPr>
          <a:xfrm>
            <a:off x="2522050" y="2398402"/>
            <a:ext cx="7800848" cy="4007797"/>
          </a:xfrm>
          <a:prstGeom prst="rect">
            <a:avLst/>
          </a:prstGeom>
          <a:noFill/>
          <a:ln>
            <a:noFill/>
          </a:ln>
        </p:spPr>
      </p:pic>
      <p:sp>
        <p:nvSpPr>
          <p:cNvPr id="683" name="Google Shape;683;p22"/>
          <p:cNvSpPr txBox="1"/>
          <p:nvPr/>
        </p:nvSpPr>
        <p:spPr>
          <a:xfrm>
            <a:off x="1172127" y="1382743"/>
            <a:ext cx="6614011" cy="1015659"/>
          </a:xfrm>
          <a:prstGeom prst="rect">
            <a:avLst/>
          </a:prstGeom>
          <a:noFill/>
          <a:ln>
            <a:noFill/>
          </a:ln>
        </p:spPr>
        <p:txBody>
          <a:bodyPr anchorCtr="0" anchor="t" bIns="45700" lIns="91425" spcFirstLastPara="1" rIns="91425" wrap="square" tIns="45700">
            <a:spAutoFit/>
          </a:bodyPr>
          <a:lstStyle/>
          <a:p>
            <a:pPr indent="-174625" lvl="0" marL="174625" marR="0" rtl="0" algn="l">
              <a:spcBef>
                <a:spcPts val="0"/>
              </a:spcBef>
              <a:spcAft>
                <a:spcPts val="0"/>
              </a:spcAft>
              <a:buClr>
                <a:schemeClr val="dk1"/>
              </a:buClr>
              <a:buSzPts val="2400"/>
              <a:buFont typeface="Arial"/>
              <a:buChar char="•"/>
            </a:pPr>
            <a:r>
              <a:rPr b="1" lang="en-US" sz="2400">
                <a:solidFill>
                  <a:schemeClr val="dk1"/>
                </a:solidFill>
                <a:latin typeface="Arial"/>
                <a:ea typeface="Arial"/>
                <a:cs typeface="Arial"/>
                <a:sym typeface="Arial"/>
              </a:rPr>
              <a:t>Strategy</a:t>
            </a:r>
            <a:r>
              <a:rPr lang="en-US" sz="2400">
                <a:solidFill>
                  <a:schemeClr val="dk1"/>
                </a:solidFill>
                <a:latin typeface="Arial"/>
                <a:ea typeface="Arial"/>
                <a:cs typeface="Arial"/>
                <a:sym typeface="Arial"/>
              </a:rPr>
              <a:t>: expand a shallowest node first</a:t>
            </a:r>
            <a:endParaRPr/>
          </a:p>
          <a:p>
            <a:pPr indent="-174625" lvl="0" marL="174625" marR="0" rtl="0" algn="l">
              <a:spcBef>
                <a:spcPts val="1200"/>
              </a:spcBef>
              <a:spcAft>
                <a:spcPts val="0"/>
              </a:spcAft>
              <a:buClr>
                <a:schemeClr val="dk1"/>
              </a:buClr>
              <a:buSzPts val="2400"/>
              <a:buFont typeface="Arial"/>
              <a:buChar char="•"/>
            </a:pPr>
            <a:r>
              <a:rPr b="1" lang="en-US" sz="2400">
                <a:solidFill>
                  <a:schemeClr val="dk1"/>
                </a:solidFill>
                <a:latin typeface="Arial"/>
                <a:ea typeface="Arial"/>
                <a:cs typeface="Arial"/>
                <a:sym typeface="Arial"/>
              </a:rPr>
              <a:t>Implementation</a:t>
            </a:r>
            <a:r>
              <a:rPr lang="en-US" sz="2400">
                <a:solidFill>
                  <a:schemeClr val="dk1"/>
                </a:solidFill>
                <a:latin typeface="Arial"/>
                <a:ea typeface="Arial"/>
                <a:cs typeface="Arial"/>
                <a:sym typeface="Arial"/>
              </a:rPr>
              <a:t>: Fringe is a FIFO </a:t>
            </a:r>
            <a:r>
              <a:rPr b="1" lang="en-US" sz="2400">
                <a:solidFill>
                  <a:schemeClr val="dk1"/>
                </a:solidFill>
                <a:latin typeface="Arial"/>
                <a:ea typeface="Arial"/>
                <a:cs typeface="Arial"/>
                <a:sym typeface="Arial"/>
              </a:rPr>
              <a:t>queue</a:t>
            </a:r>
            <a:endParaRPr/>
          </a:p>
        </p:txBody>
      </p:sp>
      <p:sp>
        <p:nvSpPr>
          <p:cNvPr id="684" name="Google Shape;684;p22"/>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685" name="Google Shape;685;p22"/>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23"/>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rgbClr val="FF0000"/>
              </a:buClr>
              <a:buSzPct val="100000"/>
              <a:buFont typeface="Calibri"/>
              <a:buNone/>
            </a:pPr>
            <a:r>
              <a:rPr lang="en-US"/>
              <a:t>Breadth-First Search (BFS)</a:t>
            </a:r>
            <a:endParaRPr/>
          </a:p>
        </p:txBody>
      </p:sp>
      <p:grpSp>
        <p:nvGrpSpPr>
          <p:cNvPr id="691" name="Google Shape;691;p23"/>
          <p:cNvGrpSpPr/>
          <p:nvPr/>
        </p:nvGrpSpPr>
        <p:grpSpPr>
          <a:xfrm>
            <a:off x="4849369" y="1259965"/>
            <a:ext cx="3029750" cy="1765300"/>
            <a:chOff x="624" y="1134"/>
            <a:chExt cx="4368" cy="2544"/>
          </a:xfrm>
        </p:grpSpPr>
        <p:sp>
          <p:nvSpPr>
            <p:cNvPr id="692" name="Google Shape;692;p23"/>
            <p:cNvSpPr/>
            <p:nvPr/>
          </p:nvSpPr>
          <p:spPr>
            <a:xfrm>
              <a:off x="624" y="2625"/>
              <a:ext cx="432" cy="439"/>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S</a:t>
              </a:r>
              <a:endParaRPr/>
            </a:p>
          </p:txBody>
        </p:sp>
        <p:sp>
          <p:nvSpPr>
            <p:cNvPr id="693" name="Google Shape;693;p23"/>
            <p:cNvSpPr/>
            <p:nvPr/>
          </p:nvSpPr>
          <p:spPr>
            <a:xfrm>
              <a:off x="4560" y="1134"/>
              <a:ext cx="432" cy="439"/>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G</a:t>
              </a:r>
              <a:endParaRPr/>
            </a:p>
          </p:txBody>
        </p:sp>
        <p:sp>
          <p:nvSpPr>
            <p:cNvPr id="694" name="Google Shape;694;p23"/>
            <p:cNvSpPr/>
            <p:nvPr/>
          </p:nvSpPr>
          <p:spPr>
            <a:xfrm>
              <a:off x="1878" y="2231"/>
              <a:ext cx="433" cy="438"/>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d</a:t>
              </a:r>
              <a:endParaRPr/>
            </a:p>
          </p:txBody>
        </p:sp>
        <p:sp>
          <p:nvSpPr>
            <p:cNvPr id="695" name="Google Shape;695;p23"/>
            <p:cNvSpPr/>
            <p:nvPr/>
          </p:nvSpPr>
          <p:spPr>
            <a:xfrm>
              <a:off x="970" y="1573"/>
              <a:ext cx="432" cy="438"/>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b</a:t>
              </a:r>
              <a:endParaRPr/>
            </a:p>
          </p:txBody>
        </p:sp>
        <p:sp>
          <p:nvSpPr>
            <p:cNvPr id="696" name="Google Shape;696;p23"/>
            <p:cNvSpPr/>
            <p:nvPr/>
          </p:nvSpPr>
          <p:spPr>
            <a:xfrm>
              <a:off x="1402" y="3108"/>
              <a:ext cx="433" cy="438"/>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p</a:t>
              </a:r>
              <a:endParaRPr/>
            </a:p>
          </p:txBody>
        </p:sp>
        <p:sp>
          <p:nvSpPr>
            <p:cNvPr id="697" name="Google Shape;697;p23"/>
            <p:cNvSpPr/>
            <p:nvPr/>
          </p:nvSpPr>
          <p:spPr>
            <a:xfrm>
              <a:off x="2440" y="3239"/>
              <a:ext cx="433" cy="439"/>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698" name="Google Shape;698;p23"/>
            <p:cNvSpPr/>
            <p:nvPr/>
          </p:nvSpPr>
          <p:spPr>
            <a:xfrm>
              <a:off x="2916" y="1529"/>
              <a:ext cx="433" cy="438"/>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sp>
          <p:nvSpPr>
            <p:cNvPr id="699" name="Google Shape;699;p23"/>
            <p:cNvSpPr/>
            <p:nvPr/>
          </p:nvSpPr>
          <p:spPr>
            <a:xfrm>
              <a:off x="3522" y="2055"/>
              <a:ext cx="432" cy="439"/>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e</a:t>
              </a:r>
              <a:endParaRPr/>
            </a:p>
          </p:txBody>
        </p:sp>
        <p:sp>
          <p:nvSpPr>
            <p:cNvPr id="700" name="Google Shape;700;p23"/>
            <p:cNvSpPr/>
            <p:nvPr/>
          </p:nvSpPr>
          <p:spPr>
            <a:xfrm>
              <a:off x="3176" y="2669"/>
              <a:ext cx="432" cy="439"/>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h</a:t>
              </a:r>
              <a:endParaRPr/>
            </a:p>
          </p:txBody>
        </p:sp>
        <p:sp>
          <p:nvSpPr>
            <p:cNvPr id="701" name="Google Shape;701;p23"/>
            <p:cNvSpPr/>
            <p:nvPr/>
          </p:nvSpPr>
          <p:spPr>
            <a:xfrm>
              <a:off x="1748" y="1178"/>
              <a:ext cx="433" cy="438"/>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sp>
          <p:nvSpPr>
            <p:cNvPr id="702" name="Google Shape;702;p23"/>
            <p:cNvSpPr/>
            <p:nvPr/>
          </p:nvSpPr>
          <p:spPr>
            <a:xfrm>
              <a:off x="4430" y="2318"/>
              <a:ext cx="432" cy="439"/>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f</a:t>
              </a:r>
              <a:endParaRPr/>
            </a:p>
          </p:txBody>
        </p:sp>
        <p:sp>
          <p:nvSpPr>
            <p:cNvPr id="703" name="Google Shape;703;p23"/>
            <p:cNvSpPr/>
            <p:nvPr/>
          </p:nvSpPr>
          <p:spPr>
            <a:xfrm>
              <a:off x="4257" y="3108"/>
              <a:ext cx="432" cy="438"/>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r</a:t>
              </a:r>
              <a:endParaRPr/>
            </a:p>
          </p:txBody>
        </p:sp>
        <p:cxnSp>
          <p:nvCxnSpPr>
            <p:cNvPr id="704" name="Google Shape;704;p23"/>
            <p:cNvCxnSpPr>
              <a:stCxn id="692" idx="5"/>
              <a:endCxn id="696" idx="2"/>
            </p:cNvCxnSpPr>
            <p:nvPr/>
          </p:nvCxnSpPr>
          <p:spPr>
            <a:xfrm>
              <a:off x="993" y="3000"/>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705" name="Google Shape;705;p23"/>
            <p:cNvCxnSpPr>
              <a:stCxn id="696" idx="5"/>
              <a:endCxn id="697" idx="2"/>
            </p:cNvCxnSpPr>
            <p:nvPr/>
          </p:nvCxnSpPr>
          <p:spPr>
            <a:xfrm>
              <a:off x="1772" y="3482"/>
              <a:ext cx="600" cy="0"/>
            </a:xfrm>
            <a:prstGeom prst="straightConnector1">
              <a:avLst/>
            </a:prstGeom>
            <a:noFill/>
            <a:ln cap="flat" cmpd="sng" w="9525">
              <a:solidFill>
                <a:schemeClr val="dk1"/>
              </a:solidFill>
              <a:prstDash val="solid"/>
              <a:round/>
              <a:headEnd len="med" w="med" type="none"/>
              <a:tailEnd len="med" w="med" type="triangle"/>
            </a:ln>
          </p:spPr>
        </p:cxnSp>
        <p:cxnSp>
          <p:nvCxnSpPr>
            <p:cNvPr id="706" name="Google Shape;706;p23"/>
            <p:cNvCxnSpPr>
              <a:stCxn id="700" idx="3"/>
              <a:endCxn id="697" idx="7"/>
            </p:cNvCxnSpPr>
            <p:nvPr/>
          </p:nvCxnSpPr>
          <p:spPr>
            <a:xfrm flipH="1">
              <a:off x="2939" y="3044"/>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707" name="Google Shape;707;p23"/>
            <p:cNvCxnSpPr>
              <a:stCxn id="700" idx="2"/>
              <a:endCxn id="696" idx="6"/>
            </p:cNvCxnSpPr>
            <p:nvPr/>
          </p:nvCxnSpPr>
          <p:spPr>
            <a:xfrm flipH="1">
              <a:off x="1976" y="2889"/>
              <a:ext cx="1200" cy="300"/>
            </a:xfrm>
            <a:prstGeom prst="straightConnector1">
              <a:avLst/>
            </a:prstGeom>
            <a:noFill/>
            <a:ln cap="flat" cmpd="sng" w="9525">
              <a:solidFill>
                <a:schemeClr val="dk1"/>
              </a:solidFill>
              <a:prstDash val="solid"/>
              <a:round/>
              <a:headEnd len="med" w="med" type="none"/>
              <a:tailEnd len="med" w="med" type="triangle"/>
            </a:ln>
          </p:spPr>
        </p:cxnSp>
        <p:cxnSp>
          <p:nvCxnSpPr>
            <p:cNvPr id="708" name="Google Shape;708;p23"/>
            <p:cNvCxnSpPr>
              <a:stCxn id="699" idx="4"/>
              <a:endCxn id="700" idx="7"/>
            </p:cNvCxnSpPr>
            <p:nvPr/>
          </p:nvCxnSpPr>
          <p:spPr>
            <a:xfrm flipH="1">
              <a:off x="3438" y="2494"/>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709" name="Google Shape;709;p23"/>
            <p:cNvCxnSpPr>
              <a:stCxn id="699" idx="5"/>
              <a:endCxn id="703" idx="1"/>
            </p:cNvCxnSpPr>
            <p:nvPr/>
          </p:nvCxnSpPr>
          <p:spPr>
            <a:xfrm>
              <a:off x="3891" y="2430"/>
              <a:ext cx="300" cy="600"/>
            </a:xfrm>
            <a:prstGeom prst="straightConnector1">
              <a:avLst/>
            </a:prstGeom>
            <a:noFill/>
            <a:ln cap="flat" cmpd="sng" w="9525">
              <a:solidFill>
                <a:schemeClr val="dk1"/>
              </a:solidFill>
              <a:prstDash val="solid"/>
              <a:round/>
              <a:headEnd len="med" w="med" type="none"/>
              <a:tailEnd len="med" w="med" type="triangle"/>
            </a:ln>
          </p:spPr>
        </p:cxnSp>
        <p:cxnSp>
          <p:nvCxnSpPr>
            <p:cNvPr id="710" name="Google Shape;710;p23"/>
            <p:cNvCxnSpPr>
              <a:stCxn id="703" idx="0"/>
              <a:endCxn id="702" idx="4"/>
            </p:cNvCxnSpPr>
            <p:nvPr/>
          </p:nvCxnSpPr>
          <p:spPr>
            <a:xfrm flipH="1" rot="10800000">
              <a:off x="4473" y="2808"/>
              <a:ext cx="300" cy="300"/>
            </a:xfrm>
            <a:prstGeom prst="straightConnector1">
              <a:avLst/>
            </a:prstGeom>
            <a:noFill/>
            <a:ln cap="flat" cmpd="sng" w="12700">
              <a:solidFill>
                <a:schemeClr val="dk1"/>
              </a:solidFill>
              <a:prstDash val="solid"/>
              <a:round/>
              <a:headEnd len="med" w="med" type="none"/>
              <a:tailEnd len="med" w="med" type="triangle"/>
            </a:ln>
          </p:spPr>
        </p:cxnSp>
        <p:cxnSp>
          <p:nvCxnSpPr>
            <p:cNvPr id="711" name="Google Shape;711;p23"/>
            <p:cNvCxnSpPr>
              <a:stCxn id="702" idx="0"/>
              <a:endCxn id="693" idx="4"/>
            </p:cNvCxnSpPr>
            <p:nvPr/>
          </p:nvCxnSpPr>
          <p:spPr>
            <a:xfrm rot="10800000">
              <a:off x="4646" y="1718"/>
              <a:ext cx="0" cy="600"/>
            </a:xfrm>
            <a:prstGeom prst="straightConnector1">
              <a:avLst/>
            </a:prstGeom>
            <a:noFill/>
            <a:ln cap="flat" cmpd="sng" w="9525">
              <a:solidFill>
                <a:schemeClr val="dk1"/>
              </a:solidFill>
              <a:prstDash val="solid"/>
              <a:round/>
              <a:headEnd len="med" w="med" type="none"/>
              <a:tailEnd len="med" w="med" type="triangle"/>
            </a:ln>
          </p:spPr>
        </p:cxnSp>
        <p:cxnSp>
          <p:nvCxnSpPr>
            <p:cNvPr id="712" name="Google Shape;712;p23"/>
            <p:cNvCxnSpPr>
              <a:stCxn id="692" idx="7"/>
            </p:cNvCxnSpPr>
            <p:nvPr/>
          </p:nvCxnSpPr>
          <p:spPr>
            <a:xfrm flipH="1" rot="10800000">
              <a:off x="993" y="2389"/>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713" name="Google Shape;713;p23"/>
            <p:cNvCxnSpPr>
              <a:stCxn id="694" idx="1"/>
              <a:endCxn id="695" idx="5"/>
            </p:cNvCxnSpPr>
            <p:nvPr/>
          </p:nvCxnSpPr>
          <p:spPr>
            <a:xfrm rot="10800000">
              <a:off x="1341" y="1995"/>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714" name="Google Shape;714;p23"/>
            <p:cNvCxnSpPr>
              <a:endCxn id="701" idx="2"/>
            </p:cNvCxnSpPr>
            <p:nvPr/>
          </p:nvCxnSpPr>
          <p:spPr>
            <a:xfrm flipH="1" rot="10800000">
              <a:off x="1448" y="1397"/>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715" name="Google Shape;715;p23"/>
            <p:cNvCxnSpPr>
              <a:stCxn id="698" idx="2"/>
              <a:endCxn id="701" idx="6"/>
            </p:cNvCxnSpPr>
            <p:nvPr/>
          </p:nvCxnSpPr>
          <p:spPr>
            <a:xfrm rot="10800000">
              <a:off x="2316" y="1448"/>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716" name="Google Shape;716;p23"/>
            <p:cNvCxnSpPr>
              <a:stCxn id="694" idx="7"/>
              <a:endCxn id="698" idx="3"/>
            </p:cNvCxnSpPr>
            <p:nvPr/>
          </p:nvCxnSpPr>
          <p:spPr>
            <a:xfrm flipH="1" rot="10800000">
              <a:off x="2248" y="1995"/>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717" name="Google Shape;717;p23"/>
            <p:cNvCxnSpPr>
              <a:stCxn id="694" idx="6"/>
              <a:endCxn id="699" idx="2"/>
            </p:cNvCxnSpPr>
            <p:nvPr/>
          </p:nvCxnSpPr>
          <p:spPr>
            <a:xfrm flipH="1" rot="10800000">
              <a:off x="2311" y="2150"/>
              <a:ext cx="1200" cy="300"/>
            </a:xfrm>
            <a:prstGeom prst="straightConnector1">
              <a:avLst/>
            </a:prstGeom>
            <a:noFill/>
            <a:ln cap="flat" cmpd="sng" w="9525">
              <a:solidFill>
                <a:schemeClr val="dk1"/>
              </a:solidFill>
              <a:prstDash val="solid"/>
              <a:round/>
              <a:headEnd len="med" w="med" type="none"/>
              <a:tailEnd len="med" w="med" type="triangle"/>
            </a:ln>
          </p:spPr>
        </p:cxnSp>
        <p:cxnSp>
          <p:nvCxnSpPr>
            <p:cNvPr id="718" name="Google Shape;718;p23"/>
            <p:cNvCxnSpPr>
              <a:stCxn id="702" idx="1"/>
              <a:endCxn id="698" idx="6"/>
            </p:cNvCxnSpPr>
            <p:nvPr/>
          </p:nvCxnSpPr>
          <p:spPr>
            <a:xfrm flipH="1" rot="5400000">
              <a:off x="3593" y="1482"/>
              <a:ext cx="600" cy="1200"/>
            </a:xfrm>
            <a:prstGeom prst="curvedConnector2">
              <a:avLst/>
            </a:prstGeom>
            <a:noFill/>
            <a:ln cap="flat" cmpd="sng" w="9525">
              <a:solidFill>
                <a:schemeClr val="dk1"/>
              </a:solidFill>
              <a:prstDash val="solid"/>
              <a:round/>
              <a:headEnd len="med" w="med" type="none"/>
              <a:tailEnd len="med" w="med" type="triangle"/>
            </a:ln>
          </p:spPr>
        </p:cxnSp>
        <p:cxnSp>
          <p:nvCxnSpPr>
            <p:cNvPr id="719" name="Google Shape;719;p23"/>
            <p:cNvCxnSpPr>
              <a:stCxn id="692" idx="6"/>
              <a:endCxn id="699" idx="3"/>
            </p:cNvCxnSpPr>
            <p:nvPr/>
          </p:nvCxnSpPr>
          <p:spPr>
            <a:xfrm flipH="1" rot="10800000">
              <a:off x="1056" y="2545"/>
              <a:ext cx="2400" cy="300"/>
            </a:xfrm>
            <a:prstGeom prst="curvedConnector2">
              <a:avLst/>
            </a:prstGeom>
            <a:noFill/>
            <a:ln cap="flat" cmpd="sng" w="9525">
              <a:solidFill>
                <a:schemeClr val="dk1"/>
              </a:solidFill>
              <a:prstDash val="solid"/>
              <a:round/>
              <a:headEnd len="med" w="med" type="none"/>
              <a:tailEnd len="med" w="med" type="triangle"/>
            </a:ln>
          </p:spPr>
        </p:cxnSp>
      </p:grpSp>
      <p:grpSp>
        <p:nvGrpSpPr>
          <p:cNvPr id="720" name="Google Shape;720;p23"/>
          <p:cNvGrpSpPr/>
          <p:nvPr/>
        </p:nvGrpSpPr>
        <p:grpSpPr>
          <a:xfrm>
            <a:off x="3743757" y="3304304"/>
            <a:ext cx="5484971" cy="3238441"/>
            <a:chOff x="48" y="2332"/>
            <a:chExt cx="3456" cy="2322"/>
          </a:xfrm>
        </p:grpSpPr>
        <p:sp>
          <p:nvSpPr>
            <p:cNvPr id="721" name="Google Shape;721;p23"/>
            <p:cNvSpPr txBox="1"/>
            <p:nvPr/>
          </p:nvSpPr>
          <p:spPr>
            <a:xfrm>
              <a:off x="1728" y="2332"/>
              <a:ext cx="624"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S</a:t>
              </a:r>
              <a:endParaRPr/>
            </a:p>
          </p:txBody>
        </p:sp>
        <p:sp>
          <p:nvSpPr>
            <p:cNvPr id="722" name="Google Shape;722;p23"/>
            <p:cNvSpPr txBox="1"/>
            <p:nvPr/>
          </p:nvSpPr>
          <p:spPr>
            <a:xfrm>
              <a:off x="48" y="3417"/>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sp>
          <p:nvSpPr>
            <p:cNvPr id="723" name="Google Shape;723;p23"/>
            <p:cNvSpPr txBox="1"/>
            <p:nvPr/>
          </p:nvSpPr>
          <p:spPr>
            <a:xfrm>
              <a:off x="48" y="303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b</a:t>
              </a:r>
              <a:endParaRPr/>
            </a:p>
          </p:txBody>
        </p:sp>
        <p:sp>
          <p:nvSpPr>
            <p:cNvPr id="724" name="Google Shape;724;p23"/>
            <p:cNvSpPr txBox="1"/>
            <p:nvPr/>
          </p:nvSpPr>
          <p:spPr>
            <a:xfrm>
              <a:off x="384" y="268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d</a:t>
              </a:r>
              <a:endParaRPr/>
            </a:p>
          </p:txBody>
        </p:sp>
        <p:sp>
          <p:nvSpPr>
            <p:cNvPr id="725" name="Google Shape;725;p23"/>
            <p:cNvSpPr txBox="1"/>
            <p:nvPr/>
          </p:nvSpPr>
          <p:spPr>
            <a:xfrm>
              <a:off x="3264" y="2640"/>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p</a:t>
              </a:r>
              <a:endParaRPr/>
            </a:p>
          </p:txBody>
        </p:sp>
        <p:sp>
          <p:nvSpPr>
            <p:cNvPr id="726" name="Google Shape;726;p23"/>
            <p:cNvSpPr txBox="1"/>
            <p:nvPr/>
          </p:nvSpPr>
          <p:spPr>
            <a:xfrm>
              <a:off x="480" y="3417"/>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sp>
          <p:nvSpPr>
            <p:cNvPr id="727" name="Google Shape;727;p23"/>
            <p:cNvSpPr txBox="1"/>
            <p:nvPr/>
          </p:nvSpPr>
          <p:spPr>
            <a:xfrm>
              <a:off x="480" y="303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cxnSp>
          <p:nvCxnSpPr>
            <p:cNvPr id="728" name="Google Shape;728;p23"/>
            <p:cNvCxnSpPr>
              <a:stCxn id="724" idx="2"/>
              <a:endCxn id="723" idx="0"/>
            </p:cNvCxnSpPr>
            <p:nvPr/>
          </p:nvCxnSpPr>
          <p:spPr>
            <a:xfrm rot="10800000">
              <a:off x="204" y="2953"/>
              <a:ext cx="300" cy="0"/>
            </a:xfrm>
            <a:prstGeom prst="straightConnector1">
              <a:avLst/>
            </a:prstGeom>
            <a:noFill/>
            <a:ln cap="flat" cmpd="sng" w="9525">
              <a:solidFill>
                <a:schemeClr val="dk1"/>
              </a:solidFill>
              <a:prstDash val="solid"/>
              <a:round/>
              <a:headEnd len="med" w="med" type="none"/>
              <a:tailEnd len="med" w="med" type="none"/>
            </a:ln>
          </p:spPr>
        </p:cxnSp>
        <p:cxnSp>
          <p:nvCxnSpPr>
            <p:cNvPr id="729" name="Google Shape;729;p23"/>
            <p:cNvCxnSpPr>
              <a:stCxn id="724" idx="2"/>
              <a:endCxn id="727" idx="0"/>
            </p:cNvCxnSpPr>
            <p:nvPr/>
          </p:nvCxnSpPr>
          <p:spPr>
            <a:xfrm>
              <a:off x="504" y="2953"/>
              <a:ext cx="0" cy="0"/>
            </a:xfrm>
            <a:prstGeom prst="straightConnector1">
              <a:avLst/>
            </a:prstGeom>
            <a:noFill/>
            <a:ln cap="flat" cmpd="sng" w="9525">
              <a:solidFill>
                <a:schemeClr val="dk1"/>
              </a:solidFill>
              <a:prstDash val="solid"/>
              <a:round/>
              <a:headEnd len="med" w="med" type="none"/>
              <a:tailEnd len="med" w="med" type="none"/>
            </a:ln>
          </p:spPr>
        </p:cxnSp>
        <p:cxnSp>
          <p:nvCxnSpPr>
            <p:cNvPr id="730" name="Google Shape;730;p23"/>
            <p:cNvCxnSpPr>
              <a:stCxn id="723" idx="2"/>
              <a:endCxn id="722" idx="0"/>
            </p:cNvCxnSpPr>
            <p:nvPr/>
          </p:nvCxnSpPr>
          <p:spPr>
            <a:xfrm>
              <a:off x="168" y="3298"/>
              <a:ext cx="0" cy="0"/>
            </a:xfrm>
            <a:prstGeom prst="straightConnector1">
              <a:avLst/>
            </a:prstGeom>
            <a:noFill/>
            <a:ln cap="flat" cmpd="sng" w="9525">
              <a:solidFill>
                <a:schemeClr val="dk1"/>
              </a:solidFill>
              <a:prstDash val="solid"/>
              <a:round/>
              <a:headEnd len="med" w="med" type="none"/>
              <a:tailEnd len="med" w="med" type="none"/>
            </a:ln>
          </p:spPr>
        </p:cxnSp>
        <p:cxnSp>
          <p:nvCxnSpPr>
            <p:cNvPr id="731" name="Google Shape;731;p23"/>
            <p:cNvCxnSpPr>
              <a:stCxn id="727" idx="2"/>
              <a:endCxn id="726" idx="0"/>
            </p:cNvCxnSpPr>
            <p:nvPr/>
          </p:nvCxnSpPr>
          <p:spPr>
            <a:xfrm>
              <a:off x="600" y="3298"/>
              <a:ext cx="0" cy="0"/>
            </a:xfrm>
            <a:prstGeom prst="straightConnector1">
              <a:avLst/>
            </a:prstGeom>
            <a:noFill/>
            <a:ln cap="flat" cmpd="sng" w="9525">
              <a:solidFill>
                <a:schemeClr val="dk1"/>
              </a:solidFill>
              <a:prstDash val="solid"/>
              <a:round/>
              <a:headEnd len="med" w="med" type="none"/>
              <a:tailEnd len="med" w="med" type="none"/>
            </a:ln>
          </p:spPr>
        </p:cxnSp>
        <p:grpSp>
          <p:nvGrpSpPr>
            <p:cNvPr id="732" name="Google Shape;732;p23"/>
            <p:cNvGrpSpPr/>
            <p:nvPr/>
          </p:nvGrpSpPr>
          <p:grpSpPr>
            <a:xfrm>
              <a:off x="1776" y="2640"/>
              <a:ext cx="1104" cy="1714"/>
              <a:chOff x="1152" y="2640"/>
              <a:chExt cx="1104" cy="1714"/>
            </a:xfrm>
          </p:grpSpPr>
          <p:sp>
            <p:nvSpPr>
              <p:cNvPr id="733" name="Google Shape;733;p23"/>
              <p:cNvSpPr txBox="1"/>
              <p:nvPr/>
            </p:nvSpPr>
            <p:spPr>
              <a:xfrm>
                <a:off x="1536" y="2640"/>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e</a:t>
                </a:r>
                <a:endParaRPr/>
              </a:p>
            </p:txBody>
          </p:sp>
          <p:sp>
            <p:nvSpPr>
              <p:cNvPr id="734" name="Google Shape;734;p23"/>
              <p:cNvSpPr txBox="1"/>
              <p:nvPr/>
            </p:nvSpPr>
            <p:spPr>
              <a:xfrm>
                <a:off x="1152"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p</a:t>
                </a:r>
                <a:endParaRPr/>
              </a:p>
            </p:txBody>
          </p:sp>
          <p:sp>
            <p:nvSpPr>
              <p:cNvPr id="735" name="Google Shape;735;p23"/>
              <p:cNvSpPr txBox="1"/>
              <p:nvPr/>
            </p:nvSpPr>
            <p:spPr>
              <a:xfrm>
                <a:off x="1296" y="302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h</a:t>
                </a:r>
                <a:endParaRPr/>
              </a:p>
            </p:txBody>
          </p:sp>
          <p:sp>
            <p:nvSpPr>
              <p:cNvPr id="736" name="Google Shape;736;p23"/>
              <p:cNvSpPr txBox="1"/>
              <p:nvPr/>
            </p:nvSpPr>
            <p:spPr>
              <a:xfrm>
                <a:off x="1728"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f</a:t>
                </a:r>
                <a:endParaRPr/>
              </a:p>
            </p:txBody>
          </p:sp>
          <p:sp>
            <p:nvSpPr>
              <p:cNvPr id="737" name="Google Shape;737;p23"/>
              <p:cNvSpPr txBox="1"/>
              <p:nvPr/>
            </p:nvSpPr>
            <p:spPr>
              <a:xfrm>
                <a:off x="1728" y="302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r</a:t>
                </a:r>
                <a:endParaRPr/>
              </a:p>
            </p:txBody>
          </p:sp>
          <p:sp>
            <p:nvSpPr>
              <p:cNvPr id="738" name="Google Shape;738;p23"/>
              <p:cNvSpPr txBox="1"/>
              <p:nvPr/>
            </p:nvSpPr>
            <p:spPr>
              <a:xfrm>
                <a:off x="1440"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739" name="Google Shape;739;p23"/>
              <p:cNvSpPr txBox="1"/>
              <p:nvPr/>
            </p:nvSpPr>
            <p:spPr>
              <a:xfrm>
                <a:off x="1152" y="375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740" name="Google Shape;740;p23"/>
              <p:cNvSpPr txBox="1"/>
              <p:nvPr/>
            </p:nvSpPr>
            <p:spPr>
              <a:xfrm>
                <a:off x="1584" y="375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sp>
            <p:nvSpPr>
              <p:cNvPr id="741" name="Google Shape;741;p23"/>
              <p:cNvSpPr txBox="1"/>
              <p:nvPr/>
            </p:nvSpPr>
            <p:spPr>
              <a:xfrm>
                <a:off x="1776" y="3792"/>
                <a:ext cx="48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G</a:t>
                </a:r>
                <a:endParaRPr/>
              </a:p>
            </p:txBody>
          </p:sp>
          <p:sp>
            <p:nvSpPr>
              <p:cNvPr id="742" name="Google Shape;742;p23"/>
              <p:cNvSpPr txBox="1"/>
              <p:nvPr/>
            </p:nvSpPr>
            <p:spPr>
              <a:xfrm>
                <a:off x="1584" y="4089"/>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cxnSp>
            <p:nvCxnSpPr>
              <p:cNvPr id="743" name="Google Shape;743;p23"/>
              <p:cNvCxnSpPr>
                <a:stCxn id="733" idx="2"/>
                <a:endCxn id="735" idx="0"/>
              </p:cNvCxnSpPr>
              <p:nvPr/>
            </p:nvCxnSpPr>
            <p:spPr>
              <a:xfrm rot="10800000">
                <a:off x="1356" y="2905"/>
                <a:ext cx="300" cy="0"/>
              </a:xfrm>
              <a:prstGeom prst="straightConnector1">
                <a:avLst/>
              </a:prstGeom>
              <a:noFill/>
              <a:ln cap="flat" cmpd="sng" w="9525">
                <a:solidFill>
                  <a:schemeClr val="dk1"/>
                </a:solidFill>
                <a:prstDash val="solid"/>
                <a:round/>
                <a:headEnd len="med" w="med" type="none"/>
                <a:tailEnd len="med" w="med" type="none"/>
              </a:ln>
            </p:spPr>
          </p:cxnSp>
          <p:cxnSp>
            <p:nvCxnSpPr>
              <p:cNvPr id="744" name="Google Shape;744;p23"/>
              <p:cNvCxnSpPr>
                <a:stCxn id="733" idx="2"/>
                <a:endCxn id="737" idx="0"/>
              </p:cNvCxnSpPr>
              <p:nvPr/>
            </p:nvCxnSpPr>
            <p:spPr>
              <a:xfrm>
                <a:off x="1656" y="2905"/>
                <a:ext cx="300" cy="0"/>
              </a:xfrm>
              <a:prstGeom prst="straightConnector1">
                <a:avLst/>
              </a:prstGeom>
              <a:noFill/>
              <a:ln cap="flat" cmpd="sng" w="9525">
                <a:solidFill>
                  <a:schemeClr val="dk1"/>
                </a:solidFill>
                <a:prstDash val="solid"/>
                <a:round/>
                <a:headEnd len="med" w="med" type="none"/>
                <a:tailEnd len="med" w="med" type="none"/>
              </a:ln>
            </p:spPr>
          </p:cxnSp>
          <p:cxnSp>
            <p:nvCxnSpPr>
              <p:cNvPr id="745" name="Google Shape;745;p23"/>
              <p:cNvCxnSpPr>
                <a:stCxn id="735" idx="2"/>
                <a:endCxn id="734" idx="0"/>
              </p:cNvCxnSpPr>
              <p:nvPr/>
            </p:nvCxnSpPr>
            <p:spPr>
              <a:xfrm>
                <a:off x="1416"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746" name="Google Shape;746;p23"/>
              <p:cNvCxnSpPr>
                <a:stCxn id="735" idx="2"/>
                <a:endCxn id="738" idx="0"/>
              </p:cNvCxnSpPr>
              <p:nvPr/>
            </p:nvCxnSpPr>
            <p:spPr>
              <a:xfrm>
                <a:off x="1416"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747" name="Google Shape;747;p23"/>
              <p:cNvCxnSpPr>
                <a:stCxn id="737" idx="2"/>
                <a:endCxn id="736" idx="0"/>
              </p:cNvCxnSpPr>
              <p:nvPr/>
            </p:nvCxnSpPr>
            <p:spPr>
              <a:xfrm>
                <a:off x="1848"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748" name="Google Shape;748;p23"/>
              <p:cNvCxnSpPr>
                <a:stCxn id="734" idx="2"/>
                <a:endCxn id="739" idx="0"/>
              </p:cNvCxnSpPr>
              <p:nvPr/>
            </p:nvCxnSpPr>
            <p:spPr>
              <a:xfrm>
                <a:off x="1272" y="3673"/>
                <a:ext cx="0" cy="0"/>
              </a:xfrm>
              <a:prstGeom prst="straightConnector1">
                <a:avLst/>
              </a:prstGeom>
              <a:noFill/>
              <a:ln cap="flat" cmpd="sng" w="9525">
                <a:solidFill>
                  <a:schemeClr val="dk1"/>
                </a:solidFill>
                <a:prstDash val="solid"/>
                <a:round/>
                <a:headEnd len="med" w="med" type="none"/>
                <a:tailEnd len="med" w="med" type="none"/>
              </a:ln>
            </p:spPr>
          </p:cxnSp>
          <p:cxnSp>
            <p:nvCxnSpPr>
              <p:cNvPr id="749" name="Google Shape;749;p23"/>
              <p:cNvCxnSpPr>
                <a:stCxn id="736" idx="2"/>
                <a:endCxn id="740" idx="0"/>
              </p:cNvCxnSpPr>
              <p:nvPr/>
            </p:nvCxnSpPr>
            <p:spPr>
              <a:xfrm>
                <a:off x="1848" y="3673"/>
                <a:ext cx="0" cy="0"/>
              </a:xfrm>
              <a:prstGeom prst="straightConnector1">
                <a:avLst/>
              </a:prstGeom>
              <a:noFill/>
              <a:ln cap="flat" cmpd="sng" w="9525">
                <a:solidFill>
                  <a:schemeClr val="dk1"/>
                </a:solidFill>
                <a:prstDash val="solid"/>
                <a:round/>
                <a:headEnd len="med" w="med" type="none"/>
                <a:tailEnd len="med" w="med" type="none"/>
              </a:ln>
            </p:spPr>
          </p:cxnSp>
          <p:cxnSp>
            <p:nvCxnSpPr>
              <p:cNvPr id="750" name="Google Shape;750;p23"/>
              <p:cNvCxnSpPr>
                <a:stCxn id="736" idx="2"/>
                <a:endCxn id="741" idx="0"/>
              </p:cNvCxnSpPr>
              <p:nvPr/>
            </p:nvCxnSpPr>
            <p:spPr>
              <a:xfrm>
                <a:off x="1848" y="3673"/>
                <a:ext cx="300" cy="0"/>
              </a:xfrm>
              <a:prstGeom prst="straightConnector1">
                <a:avLst/>
              </a:prstGeom>
              <a:noFill/>
              <a:ln cap="flat" cmpd="sng" w="9525">
                <a:solidFill>
                  <a:schemeClr val="dk1"/>
                </a:solidFill>
                <a:prstDash val="solid"/>
                <a:round/>
                <a:headEnd len="med" w="med" type="none"/>
                <a:tailEnd len="med" w="med" type="none"/>
              </a:ln>
            </p:spPr>
          </p:cxnSp>
          <p:cxnSp>
            <p:nvCxnSpPr>
              <p:cNvPr id="751" name="Google Shape;751;p23"/>
              <p:cNvCxnSpPr>
                <a:stCxn id="740" idx="2"/>
                <a:endCxn id="742" idx="0"/>
              </p:cNvCxnSpPr>
              <p:nvPr/>
            </p:nvCxnSpPr>
            <p:spPr>
              <a:xfrm>
                <a:off x="1704" y="4018"/>
                <a:ext cx="0" cy="0"/>
              </a:xfrm>
              <a:prstGeom prst="straightConnector1">
                <a:avLst/>
              </a:prstGeom>
              <a:noFill/>
              <a:ln cap="flat" cmpd="sng" w="9525">
                <a:solidFill>
                  <a:schemeClr val="dk1"/>
                </a:solidFill>
                <a:prstDash val="solid"/>
                <a:round/>
                <a:headEnd len="med" w="med" type="none"/>
                <a:tailEnd len="med" w="med" type="none"/>
              </a:ln>
            </p:spPr>
          </p:cxnSp>
        </p:grpSp>
        <p:sp>
          <p:nvSpPr>
            <p:cNvPr id="752" name="Google Shape;752;p23"/>
            <p:cNvSpPr txBox="1"/>
            <p:nvPr/>
          </p:nvSpPr>
          <p:spPr>
            <a:xfrm>
              <a:off x="3264" y="299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cxnSp>
          <p:nvCxnSpPr>
            <p:cNvPr id="753" name="Google Shape;753;p23"/>
            <p:cNvCxnSpPr>
              <a:stCxn id="725" idx="2"/>
              <a:endCxn id="752" idx="0"/>
            </p:cNvCxnSpPr>
            <p:nvPr/>
          </p:nvCxnSpPr>
          <p:spPr>
            <a:xfrm>
              <a:off x="3384" y="2905"/>
              <a:ext cx="0" cy="0"/>
            </a:xfrm>
            <a:prstGeom prst="straightConnector1">
              <a:avLst/>
            </a:prstGeom>
            <a:noFill/>
            <a:ln cap="flat" cmpd="sng" w="9525">
              <a:solidFill>
                <a:schemeClr val="dk1"/>
              </a:solidFill>
              <a:prstDash val="solid"/>
              <a:round/>
              <a:headEnd len="med" w="med" type="none"/>
              <a:tailEnd len="med" w="med" type="none"/>
            </a:ln>
          </p:spPr>
        </p:cxnSp>
        <p:grpSp>
          <p:nvGrpSpPr>
            <p:cNvPr id="754" name="Google Shape;754;p23"/>
            <p:cNvGrpSpPr/>
            <p:nvPr/>
          </p:nvGrpSpPr>
          <p:grpSpPr>
            <a:xfrm>
              <a:off x="624" y="3024"/>
              <a:ext cx="1104" cy="1630"/>
              <a:chOff x="1152" y="2640"/>
              <a:chExt cx="1104" cy="1630"/>
            </a:xfrm>
          </p:grpSpPr>
          <p:sp>
            <p:nvSpPr>
              <p:cNvPr id="755" name="Google Shape;755;p23"/>
              <p:cNvSpPr txBox="1"/>
              <p:nvPr/>
            </p:nvSpPr>
            <p:spPr>
              <a:xfrm>
                <a:off x="1536" y="2640"/>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e</a:t>
                </a:r>
                <a:endParaRPr/>
              </a:p>
            </p:txBody>
          </p:sp>
          <p:sp>
            <p:nvSpPr>
              <p:cNvPr id="756" name="Google Shape;756;p23"/>
              <p:cNvSpPr txBox="1"/>
              <p:nvPr/>
            </p:nvSpPr>
            <p:spPr>
              <a:xfrm>
                <a:off x="1152"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p</a:t>
                </a:r>
                <a:endParaRPr/>
              </a:p>
            </p:txBody>
          </p:sp>
          <p:sp>
            <p:nvSpPr>
              <p:cNvPr id="757" name="Google Shape;757;p23"/>
              <p:cNvSpPr txBox="1"/>
              <p:nvPr/>
            </p:nvSpPr>
            <p:spPr>
              <a:xfrm>
                <a:off x="1296" y="302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h</a:t>
                </a:r>
                <a:endParaRPr/>
              </a:p>
            </p:txBody>
          </p:sp>
          <p:sp>
            <p:nvSpPr>
              <p:cNvPr id="758" name="Google Shape;758;p23"/>
              <p:cNvSpPr txBox="1"/>
              <p:nvPr/>
            </p:nvSpPr>
            <p:spPr>
              <a:xfrm>
                <a:off x="1728"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f</a:t>
                </a:r>
                <a:endParaRPr/>
              </a:p>
            </p:txBody>
          </p:sp>
          <p:sp>
            <p:nvSpPr>
              <p:cNvPr id="759" name="Google Shape;759;p23"/>
              <p:cNvSpPr txBox="1"/>
              <p:nvPr/>
            </p:nvSpPr>
            <p:spPr>
              <a:xfrm>
                <a:off x="1728" y="3024"/>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r</a:t>
                </a:r>
                <a:endParaRPr/>
              </a:p>
            </p:txBody>
          </p:sp>
          <p:sp>
            <p:nvSpPr>
              <p:cNvPr id="760" name="Google Shape;760;p23"/>
              <p:cNvSpPr txBox="1"/>
              <p:nvPr/>
            </p:nvSpPr>
            <p:spPr>
              <a:xfrm>
                <a:off x="1440" y="3408"/>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761" name="Google Shape;761;p23"/>
              <p:cNvSpPr txBox="1"/>
              <p:nvPr/>
            </p:nvSpPr>
            <p:spPr>
              <a:xfrm>
                <a:off x="1152" y="375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q</a:t>
                </a:r>
                <a:endParaRPr/>
              </a:p>
            </p:txBody>
          </p:sp>
          <p:sp>
            <p:nvSpPr>
              <p:cNvPr id="762" name="Google Shape;762;p23"/>
              <p:cNvSpPr txBox="1"/>
              <p:nvPr/>
            </p:nvSpPr>
            <p:spPr>
              <a:xfrm>
                <a:off x="1584" y="3753"/>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c</a:t>
                </a:r>
                <a:endParaRPr/>
              </a:p>
            </p:txBody>
          </p:sp>
          <p:sp>
            <p:nvSpPr>
              <p:cNvPr id="763" name="Google Shape;763;p23"/>
              <p:cNvSpPr txBox="1"/>
              <p:nvPr/>
            </p:nvSpPr>
            <p:spPr>
              <a:xfrm>
                <a:off x="1776" y="3792"/>
                <a:ext cx="48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G</a:t>
                </a:r>
                <a:endParaRPr/>
              </a:p>
            </p:txBody>
          </p:sp>
          <p:sp>
            <p:nvSpPr>
              <p:cNvPr id="764" name="Google Shape;764;p23"/>
              <p:cNvSpPr txBox="1"/>
              <p:nvPr/>
            </p:nvSpPr>
            <p:spPr>
              <a:xfrm>
                <a:off x="1584" y="4005"/>
                <a:ext cx="240" cy="2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a:t>
                </a:r>
                <a:endParaRPr/>
              </a:p>
            </p:txBody>
          </p:sp>
          <p:cxnSp>
            <p:nvCxnSpPr>
              <p:cNvPr id="765" name="Google Shape;765;p23"/>
              <p:cNvCxnSpPr>
                <a:stCxn id="755" idx="2"/>
                <a:endCxn id="757" idx="0"/>
              </p:cNvCxnSpPr>
              <p:nvPr/>
            </p:nvCxnSpPr>
            <p:spPr>
              <a:xfrm rot="10800000">
                <a:off x="1356" y="2905"/>
                <a:ext cx="300" cy="0"/>
              </a:xfrm>
              <a:prstGeom prst="straightConnector1">
                <a:avLst/>
              </a:prstGeom>
              <a:noFill/>
              <a:ln cap="flat" cmpd="sng" w="9525">
                <a:solidFill>
                  <a:schemeClr val="dk1"/>
                </a:solidFill>
                <a:prstDash val="solid"/>
                <a:round/>
                <a:headEnd len="med" w="med" type="none"/>
                <a:tailEnd len="med" w="med" type="none"/>
              </a:ln>
            </p:spPr>
          </p:cxnSp>
          <p:cxnSp>
            <p:nvCxnSpPr>
              <p:cNvPr id="766" name="Google Shape;766;p23"/>
              <p:cNvCxnSpPr>
                <a:stCxn id="755" idx="2"/>
                <a:endCxn id="759" idx="0"/>
              </p:cNvCxnSpPr>
              <p:nvPr/>
            </p:nvCxnSpPr>
            <p:spPr>
              <a:xfrm>
                <a:off x="1656" y="2905"/>
                <a:ext cx="300" cy="0"/>
              </a:xfrm>
              <a:prstGeom prst="straightConnector1">
                <a:avLst/>
              </a:prstGeom>
              <a:noFill/>
              <a:ln cap="flat" cmpd="sng" w="9525">
                <a:solidFill>
                  <a:schemeClr val="dk1"/>
                </a:solidFill>
                <a:prstDash val="solid"/>
                <a:round/>
                <a:headEnd len="med" w="med" type="none"/>
                <a:tailEnd len="med" w="med" type="none"/>
              </a:ln>
            </p:spPr>
          </p:cxnSp>
          <p:cxnSp>
            <p:nvCxnSpPr>
              <p:cNvPr id="767" name="Google Shape;767;p23"/>
              <p:cNvCxnSpPr>
                <a:stCxn id="757" idx="2"/>
                <a:endCxn id="756" idx="0"/>
              </p:cNvCxnSpPr>
              <p:nvPr/>
            </p:nvCxnSpPr>
            <p:spPr>
              <a:xfrm>
                <a:off x="1416"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768" name="Google Shape;768;p23"/>
              <p:cNvCxnSpPr>
                <a:stCxn id="757" idx="2"/>
                <a:endCxn id="760" idx="0"/>
              </p:cNvCxnSpPr>
              <p:nvPr/>
            </p:nvCxnSpPr>
            <p:spPr>
              <a:xfrm>
                <a:off x="1416"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769" name="Google Shape;769;p23"/>
              <p:cNvCxnSpPr>
                <a:stCxn id="759" idx="2"/>
                <a:endCxn id="758" idx="0"/>
              </p:cNvCxnSpPr>
              <p:nvPr/>
            </p:nvCxnSpPr>
            <p:spPr>
              <a:xfrm>
                <a:off x="1848" y="3289"/>
                <a:ext cx="0" cy="0"/>
              </a:xfrm>
              <a:prstGeom prst="straightConnector1">
                <a:avLst/>
              </a:prstGeom>
              <a:noFill/>
              <a:ln cap="flat" cmpd="sng" w="9525">
                <a:solidFill>
                  <a:schemeClr val="dk1"/>
                </a:solidFill>
                <a:prstDash val="solid"/>
                <a:round/>
                <a:headEnd len="med" w="med" type="none"/>
                <a:tailEnd len="med" w="med" type="none"/>
              </a:ln>
            </p:spPr>
          </p:cxnSp>
          <p:cxnSp>
            <p:nvCxnSpPr>
              <p:cNvPr id="770" name="Google Shape;770;p23"/>
              <p:cNvCxnSpPr>
                <a:stCxn id="756" idx="2"/>
                <a:endCxn id="761" idx="0"/>
              </p:cNvCxnSpPr>
              <p:nvPr/>
            </p:nvCxnSpPr>
            <p:spPr>
              <a:xfrm>
                <a:off x="1272" y="3673"/>
                <a:ext cx="0" cy="0"/>
              </a:xfrm>
              <a:prstGeom prst="straightConnector1">
                <a:avLst/>
              </a:prstGeom>
              <a:noFill/>
              <a:ln cap="flat" cmpd="sng" w="9525">
                <a:solidFill>
                  <a:schemeClr val="dk1"/>
                </a:solidFill>
                <a:prstDash val="solid"/>
                <a:round/>
                <a:headEnd len="med" w="med" type="none"/>
                <a:tailEnd len="med" w="med" type="none"/>
              </a:ln>
            </p:spPr>
          </p:cxnSp>
          <p:cxnSp>
            <p:nvCxnSpPr>
              <p:cNvPr id="771" name="Google Shape;771;p23"/>
              <p:cNvCxnSpPr>
                <a:stCxn id="758" idx="2"/>
                <a:endCxn id="762" idx="0"/>
              </p:cNvCxnSpPr>
              <p:nvPr/>
            </p:nvCxnSpPr>
            <p:spPr>
              <a:xfrm>
                <a:off x="1848" y="3673"/>
                <a:ext cx="0" cy="0"/>
              </a:xfrm>
              <a:prstGeom prst="straightConnector1">
                <a:avLst/>
              </a:prstGeom>
              <a:noFill/>
              <a:ln cap="flat" cmpd="sng" w="9525">
                <a:solidFill>
                  <a:schemeClr val="dk1"/>
                </a:solidFill>
                <a:prstDash val="solid"/>
                <a:round/>
                <a:headEnd len="med" w="med" type="none"/>
                <a:tailEnd len="med" w="med" type="none"/>
              </a:ln>
            </p:spPr>
          </p:cxnSp>
          <p:cxnSp>
            <p:nvCxnSpPr>
              <p:cNvPr id="772" name="Google Shape;772;p23"/>
              <p:cNvCxnSpPr>
                <a:stCxn id="758" idx="2"/>
                <a:endCxn id="763" idx="0"/>
              </p:cNvCxnSpPr>
              <p:nvPr/>
            </p:nvCxnSpPr>
            <p:spPr>
              <a:xfrm>
                <a:off x="1848" y="3673"/>
                <a:ext cx="300" cy="0"/>
              </a:xfrm>
              <a:prstGeom prst="straightConnector1">
                <a:avLst/>
              </a:prstGeom>
              <a:noFill/>
              <a:ln cap="flat" cmpd="sng" w="9525">
                <a:solidFill>
                  <a:schemeClr val="dk1"/>
                </a:solidFill>
                <a:prstDash val="solid"/>
                <a:round/>
                <a:headEnd len="med" w="med" type="none"/>
                <a:tailEnd len="med" w="med" type="none"/>
              </a:ln>
            </p:spPr>
          </p:cxnSp>
          <p:cxnSp>
            <p:nvCxnSpPr>
              <p:cNvPr id="773" name="Google Shape;773;p23"/>
              <p:cNvCxnSpPr>
                <a:stCxn id="762" idx="2"/>
                <a:endCxn id="764" idx="0"/>
              </p:cNvCxnSpPr>
              <p:nvPr/>
            </p:nvCxnSpPr>
            <p:spPr>
              <a:xfrm>
                <a:off x="1704" y="4018"/>
                <a:ext cx="0" cy="0"/>
              </a:xfrm>
              <a:prstGeom prst="straightConnector1">
                <a:avLst/>
              </a:prstGeom>
              <a:noFill/>
              <a:ln cap="flat" cmpd="sng" w="9525">
                <a:solidFill>
                  <a:schemeClr val="dk1"/>
                </a:solidFill>
                <a:prstDash val="solid"/>
                <a:round/>
                <a:headEnd len="med" w="med" type="none"/>
                <a:tailEnd len="med" w="med" type="none"/>
              </a:ln>
            </p:spPr>
          </p:cxnSp>
        </p:grpSp>
        <p:cxnSp>
          <p:nvCxnSpPr>
            <p:cNvPr id="774" name="Google Shape;774;p23"/>
            <p:cNvCxnSpPr>
              <a:stCxn id="724" idx="2"/>
              <a:endCxn id="755" idx="0"/>
            </p:cNvCxnSpPr>
            <p:nvPr/>
          </p:nvCxnSpPr>
          <p:spPr>
            <a:xfrm>
              <a:off x="504" y="2953"/>
              <a:ext cx="600" cy="0"/>
            </a:xfrm>
            <a:prstGeom prst="straightConnector1">
              <a:avLst/>
            </a:prstGeom>
            <a:noFill/>
            <a:ln cap="flat" cmpd="sng" w="9525">
              <a:solidFill>
                <a:schemeClr val="dk1"/>
              </a:solidFill>
              <a:prstDash val="solid"/>
              <a:round/>
              <a:headEnd len="med" w="med" type="none"/>
              <a:tailEnd len="med" w="med" type="none"/>
            </a:ln>
          </p:spPr>
        </p:cxnSp>
        <p:cxnSp>
          <p:nvCxnSpPr>
            <p:cNvPr id="775" name="Google Shape;775;p23"/>
            <p:cNvCxnSpPr>
              <a:stCxn id="721" idx="2"/>
              <a:endCxn id="724" idx="0"/>
            </p:cNvCxnSpPr>
            <p:nvPr/>
          </p:nvCxnSpPr>
          <p:spPr>
            <a:xfrm rot="10800000">
              <a:off x="540" y="2575"/>
              <a:ext cx="1500" cy="0"/>
            </a:xfrm>
            <a:prstGeom prst="straightConnector1">
              <a:avLst/>
            </a:prstGeom>
            <a:noFill/>
            <a:ln cap="flat" cmpd="sng" w="9525">
              <a:solidFill>
                <a:schemeClr val="dk1"/>
              </a:solidFill>
              <a:prstDash val="solid"/>
              <a:round/>
              <a:headEnd len="med" w="med" type="none"/>
              <a:tailEnd len="med" w="med" type="none"/>
            </a:ln>
          </p:spPr>
        </p:cxnSp>
        <p:cxnSp>
          <p:nvCxnSpPr>
            <p:cNvPr id="776" name="Google Shape;776;p23"/>
            <p:cNvCxnSpPr>
              <a:stCxn id="721" idx="2"/>
              <a:endCxn id="733" idx="0"/>
            </p:cNvCxnSpPr>
            <p:nvPr/>
          </p:nvCxnSpPr>
          <p:spPr>
            <a:xfrm>
              <a:off x="2040" y="2575"/>
              <a:ext cx="300" cy="0"/>
            </a:xfrm>
            <a:prstGeom prst="straightConnector1">
              <a:avLst/>
            </a:prstGeom>
            <a:noFill/>
            <a:ln cap="flat" cmpd="sng" w="9525">
              <a:solidFill>
                <a:schemeClr val="dk1"/>
              </a:solidFill>
              <a:prstDash val="solid"/>
              <a:round/>
              <a:headEnd len="med" w="med" type="none"/>
              <a:tailEnd len="med" w="med" type="none"/>
            </a:ln>
          </p:spPr>
        </p:cxnSp>
        <p:cxnSp>
          <p:nvCxnSpPr>
            <p:cNvPr id="777" name="Google Shape;777;p23"/>
            <p:cNvCxnSpPr>
              <a:stCxn id="721" idx="2"/>
              <a:endCxn id="725" idx="0"/>
            </p:cNvCxnSpPr>
            <p:nvPr/>
          </p:nvCxnSpPr>
          <p:spPr>
            <a:xfrm>
              <a:off x="2040" y="2575"/>
              <a:ext cx="1200" cy="0"/>
            </a:xfrm>
            <a:prstGeom prst="straightConnector1">
              <a:avLst/>
            </a:prstGeom>
            <a:noFill/>
            <a:ln cap="flat" cmpd="sng" w="9525">
              <a:solidFill>
                <a:schemeClr val="dk1"/>
              </a:solidFill>
              <a:prstDash val="solid"/>
              <a:round/>
              <a:headEnd len="med" w="med" type="none"/>
              <a:tailEnd len="med" w="med" type="none"/>
            </a:ln>
          </p:spPr>
        </p:cxnSp>
      </p:grpSp>
      <p:grpSp>
        <p:nvGrpSpPr>
          <p:cNvPr id="778" name="Google Shape;778;p23"/>
          <p:cNvGrpSpPr/>
          <p:nvPr/>
        </p:nvGrpSpPr>
        <p:grpSpPr>
          <a:xfrm>
            <a:off x="1972574" y="3337645"/>
            <a:ext cx="7335514" cy="2325687"/>
            <a:chOff x="132" y="2225"/>
            <a:chExt cx="4622" cy="1465"/>
          </a:xfrm>
        </p:grpSpPr>
        <p:sp>
          <p:nvSpPr>
            <p:cNvPr id="779" name="Google Shape;779;p23"/>
            <p:cNvSpPr/>
            <p:nvPr/>
          </p:nvSpPr>
          <p:spPr>
            <a:xfrm>
              <a:off x="1142" y="2225"/>
              <a:ext cx="3611" cy="172"/>
            </a:xfrm>
            <a:prstGeom prst="rect">
              <a:avLst/>
            </a:prstGeom>
            <a:solidFill>
              <a:srgbClr val="FF0000">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0" name="Google Shape;780;p23"/>
            <p:cNvSpPr/>
            <p:nvPr/>
          </p:nvSpPr>
          <p:spPr>
            <a:xfrm>
              <a:off x="1138" y="2516"/>
              <a:ext cx="3611" cy="172"/>
            </a:xfrm>
            <a:prstGeom prst="rect">
              <a:avLst/>
            </a:prstGeom>
            <a:solidFill>
              <a:srgbClr val="FF6600">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23"/>
            <p:cNvSpPr/>
            <p:nvPr/>
          </p:nvSpPr>
          <p:spPr>
            <a:xfrm>
              <a:off x="1143" y="2844"/>
              <a:ext cx="3611" cy="172"/>
            </a:xfrm>
            <a:prstGeom prst="rect">
              <a:avLst/>
            </a:prstGeom>
            <a:solidFill>
              <a:srgbClr val="008000">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23"/>
            <p:cNvSpPr/>
            <p:nvPr/>
          </p:nvSpPr>
          <p:spPr>
            <a:xfrm>
              <a:off x="1139" y="3188"/>
              <a:ext cx="3607" cy="172"/>
            </a:xfrm>
            <a:prstGeom prst="rect">
              <a:avLst/>
            </a:prstGeom>
            <a:solidFill>
              <a:srgbClr val="0000FF">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23"/>
            <p:cNvSpPr/>
            <p:nvPr/>
          </p:nvSpPr>
          <p:spPr>
            <a:xfrm>
              <a:off x="807" y="2236"/>
              <a:ext cx="178" cy="1450"/>
            </a:xfrm>
            <a:prstGeom prst="leftBrace">
              <a:avLst>
                <a:gd fmla="val 6788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23"/>
            <p:cNvSpPr txBox="1"/>
            <p:nvPr/>
          </p:nvSpPr>
          <p:spPr>
            <a:xfrm>
              <a:off x="132" y="2693"/>
              <a:ext cx="602" cy="49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Search</a:t>
              </a:r>
              <a:endParaRPr/>
            </a:p>
            <a:p>
              <a:pPr indent="0" lvl="0" marL="0" marR="0" rtl="0" algn="ctr">
                <a:spcBef>
                  <a:spcPts val="900"/>
                </a:spcBef>
                <a:spcAft>
                  <a:spcPts val="0"/>
                </a:spcAft>
                <a:buNone/>
              </a:pPr>
              <a:r>
                <a:rPr lang="en-US" sz="1800">
                  <a:solidFill>
                    <a:schemeClr val="dk1"/>
                  </a:solidFill>
                  <a:latin typeface="Calibri"/>
                  <a:ea typeface="Calibri"/>
                  <a:cs typeface="Calibri"/>
                  <a:sym typeface="Calibri"/>
                </a:rPr>
                <a:t>Tiers</a:t>
              </a:r>
              <a:endParaRPr/>
            </a:p>
          </p:txBody>
        </p:sp>
        <p:sp>
          <p:nvSpPr>
            <p:cNvPr id="785" name="Google Shape;785;p23"/>
            <p:cNvSpPr/>
            <p:nvPr/>
          </p:nvSpPr>
          <p:spPr>
            <a:xfrm>
              <a:off x="1143" y="3518"/>
              <a:ext cx="3607" cy="172"/>
            </a:xfrm>
            <a:prstGeom prst="rect">
              <a:avLst/>
            </a:prstGeom>
            <a:solidFill>
              <a:srgbClr val="CC00CC">
                <a:alpha val="200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86" name="Google Shape;786;p23"/>
          <p:cNvSpPr/>
          <p:nvPr/>
        </p:nvSpPr>
        <p:spPr>
          <a:xfrm>
            <a:off x="6760811" y="3331289"/>
            <a:ext cx="290436"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23"/>
          <p:cNvSpPr/>
          <p:nvPr/>
        </p:nvSpPr>
        <p:spPr>
          <a:xfrm>
            <a:off x="6760811" y="3331289"/>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p23"/>
          <p:cNvSpPr/>
          <p:nvPr/>
        </p:nvSpPr>
        <p:spPr>
          <a:xfrm>
            <a:off x="4332568" y="3826589"/>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23"/>
          <p:cNvSpPr/>
          <p:nvPr/>
        </p:nvSpPr>
        <p:spPr>
          <a:xfrm>
            <a:off x="7152824" y="3782138"/>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23"/>
          <p:cNvSpPr/>
          <p:nvPr/>
        </p:nvSpPr>
        <p:spPr>
          <a:xfrm>
            <a:off x="8903377" y="3796432"/>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23"/>
          <p:cNvSpPr/>
          <p:nvPr/>
        </p:nvSpPr>
        <p:spPr>
          <a:xfrm>
            <a:off x="3802479" y="4326656"/>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23"/>
          <p:cNvSpPr/>
          <p:nvPr/>
        </p:nvSpPr>
        <p:spPr>
          <a:xfrm>
            <a:off x="4476997" y="431871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23"/>
          <p:cNvSpPr/>
          <p:nvPr/>
        </p:nvSpPr>
        <p:spPr>
          <a:xfrm>
            <a:off x="5322910" y="4318713"/>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4" name="Google Shape;794;p23"/>
          <p:cNvSpPr/>
          <p:nvPr/>
        </p:nvSpPr>
        <p:spPr>
          <a:xfrm>
            <a:off x="6767157" y="4310781"/>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23"/>
          <p:cNvSpPr/>
          <p:nvPr/>
        </p:nvSpPr>
        <p:spPr>
          <a:xfrm>
            <a:off x="7468651" y="4310781"/>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23"/>
          <p:cNvSpPr/>
          <p:nvPr/>
        </p:nvSpPr>
        <p:spPr>
          <a:xfrm>
            <a:off x="8901795" y="4310781"/>
            <a:ext cx="290437"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23"/>
          <p:cNvSpPr/>
          <p:nvPr/>
        </p:nvSpPr>
        <p:spPr>
          <a:xfrm>
            <a:off x="3792957" y="4856881"/>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23"/>
          <p:cNvSpPr/>
          <p:nvPr/>
        </p:nvSpPr>
        <p:spPr>
          <a:xfrm>
            <a:off x="4332568" y="3825007"/>
            <a:ext cx="290436" cy="265113"/>
          </a:xfrm>
          <a:prstGeom prst="ellipse">
            <a:avLst/>
          </a:prstGeom>
          <a:solidFill>
            <a:srgbClr val="FF66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23"/>
          <p:cNvSpPr/>
          <p:nvPr/>
        </p:nvSpPr>
        <p:spPr>
          <a:xfrm>
            <a:off x="7156000" y="3783732"/>
            <a:ext cx="290437" cy="265113"/>
          </a:xfrm>
          <a:prstGeom prst="ellipse">
            <a:avLst/>
          </a:prstGeom>
          <a:solidFill>
            <a:srgbClr val="FF66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0" name="Google Shape;800;p23"/>
          <p:cNvSpPr/>
          <p:nvPr/>
        </p:nvSpPr>
        <p:spPr>
          <a:xfrm>
            <a:off x="8904968" y="3801189"/>
            <a:ext cx="290437" cy="265112"/>
          </a:xfrm>
          <a:prstGeom prst="ellipse">
            <a:avLst/>
          </a:prstGeom>
          <a:solidFill>
            <a:srgbClr val="FF66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23"/>
          <p:cNvSpPr/>
          <p:nvPr/>
        </p:nvSpPr>
        <p:spPr>
          <a:xfrm>
            <a:off x="3805654" y="4321889"/>
            <a:ext cx="290436" cy="265112"/>
          </a:xfrm>
          <a:prstGeom prst="ellipse">
            <a:avLst/>
          </a:prstGeom>
          <a:solidFill>
            <a:srgbClr val="0080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2" name="Google Shape;802;p23"/>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03" name="Google Shape;803;p23"/>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24"/>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Breadth-First Search (BFS)</a:t>
            </a:r>
            <a:endParaRPr/>
          </a:p>
        </p:txBody>
      </p:sp>
      <p:sp>
        <p:nvSpPr>
          <p:cNvPr id="809" name="Google Shape;809;p24"/>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10" name="Google Shape;810;p24"/>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11" name="Google Shape;811;p24"/>
          <p:cNvPicPr preferRelativeResize="0"/>
          <p:nvPr/>
        </p:nvPicPr>
        <p:blipFill rotWithShape="1">
          <a:blip r:embed="rId3">
            <a:alphaModFix/>
          </a:blip>
          <a:srcRect b="0" l="0" r="0" t="0"/>
          <a:stretch/>
        </p:blipFill>
        <p:spPr>
          <a:xfrm>
            <a:off x="1473419" y="1042028"/>
            <a:ext cx="9802593" cy="491558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25"/>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Breadth-First Search (BFS)</a:t>
            </a:r>
            <a:endParaRPr/>
          </a:p>
        </p:txBody>
      </p:sp>
      <p:sp>
        <p:nvSpPr>
          <p:cNvPr id="817" name="Google Shape;817;p25"/>
          <p:cNvSpPr txBox="1"/>
          <p:nvPr>
            <p:ph idx="1" type="body"/>
          </p:nvPr>
        </p:nvSpPr>
        <p:spPr>
          <a:xfrm>
            <a:off x="1087538" y="815034"/>
            <a:ext cx="10544384" cy="535716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953734"/>
              </a:buClr>
              <a:buSzPts val="3200"/>
              <a:buNone/>
            </a:pPr>
            <a:r>
              <a:rPr b="1" lang="en-US" sz="3200">
                <a:solidFill>
                  <a:srgbClr val="953734"/>
                </a:solidFill>
              </a:rPr>
              <a:t>Properties</a:t>
            </a:r>
            <a:endParaRPr/>
          </a:p>
          <a:p>
            <a:pPr indent="0" lvl="0" marL="0" rtl="0" algn="l">
              <a:spcBef>
                <a:spcPts val="480"/>
              </a:spcBef>
              <a:spcAft>
                <a:spcPts val="0"/>
              </a:spcAft>
              <a:buClr>
                <a:srgbClr val="3760AA"/>
              </a:buClr>
              <a:buSzPts val="2400"/>
              <a:buNone/>
            </a:pPr>
            <a:r>
              <a:t/>
            </a:r>
            <a:endParaRPr b="1">
              <a:solidFill>
                <a:srgbClr val="953734"/>
              </a:solidFill>
            </a:endParaRPr>
          </a:p>
          <a:p>
            <a:pPr indent="-225425" lvl="0" marL="225425" rtl="0" algn="l">
              <a:spcBef>
                <a:spcPts val="480"/>
              </a:spcBef>
              <a:spcAft>
                <a:spcPts val="0"/>
              </a:spcAft>
              <a:buClr>
                <a:srgbClr val="3760AA"/>
              </a:buClr>
              <a:buSzPts val="2400"/>
              <a:buChar char="•"/>
            </a:pPr>
            <a:r>
              <a:rPr lang="en-US"/>
              <a:t>What nodes does BFS expand?</a:t>
            </a:r>
            <a:endParaRPr/>
          </a:p>
          <a:p>
            <a:pPr indent="-231775" lvl="1" marL="688975" rtl="0" algn="l">
              <a:spcBef>
                <a:spcPts val="480"/>
              </a:spcBef>
              <a:spcAft>
                <a:spcPts val="0"/>
              </a:spcAft>
              <a:buSzPts val="2400"/>
              <a:buChar char="⁻"/>
            </a:pPr>
            <a:r>
              <a:rPr lang="en-US" sz="2400"/>
              <a:t>Processes all nodes above shallowest solution</a:t>
            </a:r>
            <a:endParaRPr/>
          </a:p>
          <a:p>
            <a:pPr indent="-231775" lvl="1" marL="688975" rtl="0" algn="l">
              <a:spcBef>
                <a:spcPts val="480"/>
              </a:spcBef>
              <a:spcAft>
                <a:spcPts val="0"/>
              </a:spcAft>
              <a:buSzPts val="2400"/>
              <a:buChar char="⁻"/>
            </a:pPr>
            <a:r>
              <a:rPr lang="en-US" sz="2400"/>
              <a:t>Let depth of shallowest solution be s</a:t>
            </a:r>
            <a:endParaRPr/>
          </a:p>
          <a:p>
            <a:pPr indent="-225425" lvl="0" marL="225425" rtl="0" algn="l">
              <a:spcBef>
                <a:spcPts val="480"/>
              </a:spcBef>
              <a:spcAft>
                <a:spcPts val="0"/>
              </a:spcAft>
              <a:buClr>
                <a:srgbClr val="3760AA"/>
              </a:buClr>
              <a:buSzPts val="2400"/>
              <a:buChar char="•"/>
            </a:pPr>
            <a:r>
              <a:rPr b="1" lang="en-US" sz="2400"/>
              <a:t>Time</a:t>
            </a:r>
            <a:r>
              <a:rPr lang="en-US" sz="2400"/>
              <a:t>: takes time O(b</a:t>
            </a:r>
            <a:r>
              <a:rPr baseline="30000" lang="en-US" sz="2400"/>
              <a:t>s</a:t>
            </a:r>
            <a:r>
              <a:rPr lang="en-US" sz="2400"/>
              <a:t>)</a:t>
            </a:r>
            <a:endParaRPr/>
          </a:p>
          <a:p>
            <a:pPr indent="-225425" lvl="0" marL="225425" rtl="0" algn="l">
              <a:spcBef>
                <a:spcPts val="480"/>
              </a:spcBef>
              <a:spcAft>
                <a:spcPts val="0"/>
              </a:spcAft>
              <a:buClr>
                <a:srgbClr val="3760AA"/>
              </a:buClr>
              <a:buSzPts val="2400"/>
              <a:buChar char="•"/>
            </a:pPr>
            <a:r>
              <a:rPr b="1" lang="en-US" sz="2400"/>
              <a:t>Space</a:t>
            </a:r>
            <a:r>
              <a:rPr lang="en-US" sz="2400"/>
              <a:t>: has roughly the last tier, so O(b</a:t>
            </a:r>
            <a:r>
              <a:rPr baseline="30000" lang="en-US" sz="2400"/>
              <a:t>s</a:t>
            </a:r>
            <a:r>
              <a:rPr lang="en-US" sz="2400"/>
              <a:t>)</a:t>
            </a:r>
            <a:endParaRPr/>
          </a:p>
          <a:p>
            <a:pPr indent="-225425" lvl="0" marL="225425" rtl="0" algn="l">
              <a:spcBef>
                <a:spcPts val="480"/>
              </a:spcBef>
              <a:spcAft>
                <a:spcPts val="0"/>
              </a:spcAft>
              <a:buClr>
                <a:srgbClr val="3760AA"/>
              </a:buClr>
              <a:buSzPts val="2400"/>
              <a:buChar char="•"/>
            </a:pPr>
            <a:r>
              <a:rPr b="1" lang="en-US" sz="2400"/>
              <a:t>complete?</a:t>
            </a:r>
            <a:endParaRPr/>
          </a:p>
          <a:p>
            <a:pPr indent="-231775" lvl="1" marL="688975" rtl="0" algn="l">
              <a:spcBef>
                <a:spcPts val="480"/>
              </a:spcBef>
              <a:spcAft>
                <a:spcPts val="0"/>
              </a:spcAft>
              <a:buSzPts val="2400"/>
              <a:buChar char="⁻"/>
            </a:pPr>
            <a:r>
              <a:rPr lang="en-US" sz="2400"/>
              <a:t>s must be finite if a solution exists, so yes!</a:t>
            </a:r>
            <a:endParaRPr/>
          </a:p>
          <a:p>
            <a:pPr indent="-225425" lvl="0" marL="225425" rtl="0" algn="l">
              <a:spcBef>
                <a:spcPts val="480"/>
              </a:spcBef>
              <a:spcAft>
                <a:spcPts val="0"/>
              </a:spcAft>
              <a:buClr>
                <a:srgbClr val="3760AA"/>
              </a:buClr>
              <a:buSzPts val="2400"/>
              <a:buChar char="•"/>
            </a:pPr>
            <a:r>
              <a:rPr b="1" lang="en-US" sz="2400"/>
              <a:t>optimal?</a:t>
            </a:r>
            <a:endParaRPr/>
          </a:p>
          <a:p>
            <a:pPr indent="-231775" lvl="1" marL="688975" rtl="0" algn="l">
              <a:spcBef>
                <a:spcPts val="480"/>
              </a:spcBef>
              <a:spcAft>
                <a:spcPts val="0"/>
              </a:spcAft>
              <a:buSzPts val="2400"/>
              <a:buChar char="⁻"/>
            </a:pPr>
            <a:r>
              <a:rPr lang="en-US" sz="2400"/>
              <a:t>Only if costs are all 1 (more on costs later)</a:t>
            </a:r>
            <a:endParaRPr/>
          </a:p>
          <a:p>
            <a:pPr indent="-22225" lvl="0" marL="225425" rtl="0" algn="l">
              <a:spcBef>
                <a:spcPts val="640"/>
              </a:spcBef>
              <a:spcAft>
                <a:spcPts val="0"/>
              </a:spcAft>
              <a:buClr>
                <a:srgbClr val="3760AA"/>
              </a:buClr>
              <a:buSzPts val="3200"/>
              <a:buNone/>
            </a:pPr>
            <a:r>
              <a:t/>
            </a:r>
            <a:endParaRPr sz="3200"/>
          </a:p>
        </p:txBody>
      </p:sp>
      <p:sp>
        <p:nvSpPr>
          <p:cNvPr id="818" name="Google Shape;818;p25"/>
          <p:cNvSpPr/>
          <p:nvPr/>
        </p:nvSpPr>
        <p:spPr>
          <a:xfrm>
            <a:off x="9024395" y="2855916"/>
            <a:ext cx="541198" cy="419100"/>
          </a:xfrm>
          <a:custGeom>
            <a:rect b="b" l="l" r="r" t="t"/>
            <a:pathLst>
              <a:path extrusionOk="0" h="926" w="1087">
                <a:moveTo>
                  <a:pt x="538" y="0"/>
                </a:moveTo>
                <a:lnTo>
                  <a:pt x="0" y="926"/>
                </a:lnTo>
                <a:lnTo>
                  <a:pt x="1087" y="926"/>
                </a:lnTo>
                <a:lnTo>
                  <a:pt x="538" y="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25"/>
          <p:cNvSpPr/>
          <p:nvPr/>
        </p:nvSpPr>
        <p:spPr>
          <a:xfrm>
            <a:off x="8437175" y="2838456"/>
            <a:ext cx="1725164" cy="1470025"/>
          </a:xfrm>
          <a:custGeom>
            <a:rect b="b" l="l" r="r" t="t"/>
            <a:pathLst>
              <a:path extrusionOk="0" h="926" w="1087">
                <a:moveTo>
                  <a:pt x="538" y="0"/>
                </a:moveTo>
                <a:lnTo>
                  <a:pt x="0" y="926"/>
                </a:lnTo>
                <a:lnTo>
                  <a:pt x="1087" y="926"/>
                </a:lnTo>
                <a:lnTo>
                  <a:pt x="538" y="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25"/>
          <p:cNvSpPr/>
          <p:nvPr/>
        </p:nvSpPr>
        <p:spPr>
          <a:xfrm>
            <a:off x="8575250" y="2855915"/>
            <a:ext cx="1447423" cy="1162051"/>
          </a:xfrm>
          <a:custGeom>
            <a:rect b="b" l="l" r="r" t="t"/>
            <a:pathLst>
              <a:path extrusionOk="0" h="926" w="1087">
                <a:moveTo>
                  <a:pt x="538" y="0"/>
                </a:moveTo>
                <a:lnTo>
                  <a:pt x="0" y="926"/>
                </a:lnTo>
                <a:lnTo>
                  <a:pt x="1087" y="926"/>
                </a:lnTo>
                <a:lnTo>
                  <a:pt x="538" y="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25"/>
          <p:cNvSpPr/>
          <p:nvPr/>
        </p:nvSpPr>
        <p:spPr>
          <a:xfrm>
            <a:off x="8803794" y="2855915"/>
            <a:ext cx="990341" cy="781051"/>
          </a:xfrm>
          <a:custGeom>
            <a:rect b="b" l="l" r="r" t="t"/>
            <a:pathLst>
              <a:path extrusionOk="0" h="926" w="1087">
                <a:moveTo>
                  <a:pt x="538" y="0"/>
                </a:moveTo>
                <a:lnTo>
                  <a:pt x="0" y="926"/>
                </a:lnTo>
                <a:lnTo>
                  <a:pt x="1087" y="926"/>
                </a:lnTo>
                <a:lnTo>
                  <a:pt x="538" y="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2" name="Google Shape;822;p25"/>
          <p:cNvSpPr/>
          <p:nvPr/>
        </p:nvSpPr>
        <p:spPr>
          <a:xfrm>
            <a:off x="7845195" y="2819400"/>
            <a:ext cx="2926589" cy="2554288"/>
          </a:xfrm>
          <a:custGeom>
            <a:rect b="b" l="l" r="r" t="t"/>
            <a:pathLst>
              <a:path extrusionOk="0" h="1609" w="1844">
                <a:moveTo>
                  <a:pt x="0" y="1609"/>
                </a:moveTo>
                <a:lnTo>
                  <a:pt x="1844" y="1609"/>
                </a:lnTo>
                <a:lnTo>
                  <a:pt x="915" y="0"/>
                </a:lnTo>
                <a:lnTo>
                  <a:pt x="0" y="1609"/>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25"/>
          <p:cNvSpPr/>
          <p:nvPr/>
        </p:nvSpPr>
        <p:spPr>
          <a:xfrm>
            <a:off x="9198978" y="2749552"/>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4" name="Google Shape;824;p25"/>
          <p:cNvSpPr/>
          <p:nvPr/>
        </p:nvSpPr>
        <p:spPr>
          <a:xfrm>
            <a:off x="8967262" y="3175003"/>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5" name="Google Shape;825;p25"/>
          <p:cNvSpPr/>
          <p:nvPr/>
        </p:nvSpPr>
        <p:spPr>
          <a:xfrm>
            <a:off x="9443387" y="3165476"/>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6" name="Google Shape;826;p25"/>
          <p:cNvSpPr txBox="1"/>
          <p:nvPr/>
        </p:nvSpPr>
        <p:spPr>
          <a:xfrm>
            <a:off x="9097406" y="3025779"/>
            <a:ext cx="274567"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827" name="Google Shape;827;p25"/>
          <p:cNvSpPr/>
          <p:nvPr/>
        </p:nvSpPr>
        <p:spPr>
          <a:xfrm>
            <a:off x="9079945" y="2979740"/>
            <a:ext cx="444384" cy="88900"/>
          </a:xfrm>
          <a:custGeom>
            <a:rect b="b" l="l" r="r" t="t"/>
            <a:pathLst>
              <a:path extrusionOk="0" h="56" w="280">
                <a:moveTo>
                  <a:pt x="0" y="11"/>
                </a:moveTo>
                <a:cubicBezTo>
                  <a:pt x="52" y="33"/>
                  <a:pt x="104" y="56"/>
                  <a:pt x="151" y="54"/>
                </a:cubicBezTo>
                <a:cubicBezTo>
                  <a:pt x="198" y="52"/>
                  <a:pt x="239" y="26"/>
                  <a:pt x="28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25"/>
          <p:cNvSpPr txBox="1"/>
          <p:nvPr/>
        </p:nvSpPr>
        <p:spPr>
          <a:xfrm>
            <a:off x="9481479" y="2778127"/>
            <a:ext cx="298373"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a:p>
        </p:txBody>
      </p:sp>
      <p:sp>
        <p:nvSpPr>
          <p:cNvPr id="829" name="Google Shape;829;p25"/>
          <p:cNvSpPr txBox="1"/>
          <p:nvPr/>
        </p:nvSpPr>
        <p:spPr>
          <a:xfrm>
            <a:off x="10687604" y="2630491"/>
            <a:ext cx="1118896"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 node</a:t>
            </a:r>
            <a:endParaRPr/>
          </a:p>
        </p:txBody>
      </p:sp>
      <p:sp>
        <p:nvSpPr>
          <p:cNvPr id="830" name="Google Shape;830;p25"/>
          <p:cNvSpPr txBox="1"/>
          <p:nvPr/>
        </p:nvSpPr>
        <p:spPr>
          <a:xfrm>
            <a:off x="10689189" y="2984500"/>
            <a:ext cx="1118897"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 nodes</a:t>
            </a:r>
            <a:endParaRPr/>
          </a:p>
        </p:txBody>
      </p:sp>
      <p:sp>
        <p:nvSpPr>
          <p:cNvPr id="831" name="Google Shape;831;p25"/>
          <p:cNvSpPr txBox="1"/>
          <p:nvPr/>
        </p:nvSpPr>
        <p:spPr>
          <a:xfrm>
            <a:off x="10689189" y="3395662"/>
            <a:ext cx="1118897"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r>
              <a:rPr baseline="30000" lang="en-US" sz="18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 nodes</a:t>
            </a:r>
            <a:endParaRPr/>
          </a:p>
        </p:txBody>
      </p:sp>
      <p:sp>
        <p:nvSpPr>
          <p:cNvPr id="832" name="Google Shape;832;p25"/>
          <p:cNvSpPr txBox="1"/>
          <p:nvPr/>
        </p:nvSpPr>
        <p:spPr>
          <a:xfrm>
            <a:off x="10703474" y="5021264"/>
            <a:ext cx="1460120"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r>
              <a:rPr baseline="30000" lang="en-US" sz="1800">
                <a:solidFill>
                  <a:schemeClr val="dk1"/>
                </a:solidFill>
                <a:latin typeface="Calibri"/>
                <a:ea typeface="Calibri"/>
                <a:cs typeface="Calibri"/>
                <a:sym typeface="Calibri"/>
              </a:rPr>
              <a:t>m</a:t>
            </a:r>
            <a:r>
              <a:rPr lang="en-US" sz="1800">
                <a:solidFill>
                  <a:schemeClr val="dk1"/>
                </a:solidFill>
                <a:latin typeface="Calibri"/>
                <a:ea typeface="Calibri"/>
                <a:cs typeface="Calibri"/>
                <a:sym typeface="Calibri"/>
              </a:rPr>
              <a:t> nodes</a:t>
            </a:r>
            <a:endParaRPr/>
          </a:p>
        </p:txBody>
      </p:sp>
      <p:sp>
        <p:nvSpPr>
          <p:cNvPr id="833" name="Google Shape;833;p25"/>
          <p:cNvSpPr/>
          <p:nvPr/>
        </p:nvSpPr>
        <p:spPr>
          <a:xfrm>
            <a:off x="8638735" y="5291142"/>
            <a:ext cx="179340"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4" name="Google Shape;834;p25"/>
          <p:cNvSpPr/>
          <p:nvPr/>
        </p:nvSpPr>
        <p:spPr>
          <a:xfrm>
            <a:off x="9690974" y="4214815"/>
            <a:ext cx="179341" cy="179387"/>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5" name="Google Shape;835;p25"/>
          <p:cNvSpPr/>
          <p:nvPr/>
        </p:nvSpPr>
        <p:spPr>
          <a:xfrm>
            <a:off x="9211672" y="4770442"/>
            <a:ext cx="179341" cy="179387"/>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6" name="Google Shape;836;p25"/>
          <p:cNvSpPr/>
          <p:nvPr/>
        </p:nvSpPr>
        <p:spPr>
          <a:xfrm>
            <a:off x="8145292" y="2630492"/>
            <a:ext cx="265043" cy="1624013"/>
          </a:xfrm>
          <a:prstGeom prst="leftBrace">
            <a:avLst>
              <a:gd fmla="val 5294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7" name="Google Shape;837;p25"/>
          <p:cNvSpPr txBox="1"/>
          <p:nvPr/>
        </p:nvSpPr>
        <p:spPr>
          <a:xfrm>
            <a:off x="7347316" y="3227671"/>
            <a:ext cx="1264908"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 tiers</a:t>
            </a:r>
            <a:endParaRPr/>
          </a:p>
        </p:txBody>
      </p:sp>
      <p:sp>
        <p:nvSpPr>
          <p:cNvPr id="838" name="Google Shape;838;p25"/>
          <p:cNvSpPr txBox="1"/>
          <p:nvPr/>
        </p:nvSpPr>
        <p:spPr>
          <a:xfrm>
            <a:off x="10678080" y="3997327"/>
            <a:ext cx="1460120"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r>
              <a:rPr baseline="30000" lang="en-US" sz="1800">
                <a:solidFill>
                  <a:schemeClr val="dk1"/>
                </a:solidFill>
                <a:latin typeface="Calibri"/>
                <a:ea typeface="Calibri"/>
                <a:cs typeface="Calibri"/>
                <a:sym typeface="Calibri"/>
              </a:rPr>
              <a:t>s</a:t>
            </a:r>
            <a:r>
              <a:rPr lang="en-US" sz="1800">
                <a:solidFill>
                  <a:schemeClr val="dk1"/>
                </a:solidFill>
                <a:latin typeface="Calibri"/>
                <a:ea typeface="Calibri"/>
                <a:cs typeface="Calibri"/>
                <a:sym typeface="Calibri"/>
              </a:rPr>
              <a:t> nodes</a:t>
            </a:r>
            <a:endParaRPr/>
          </a:p>
        </p:txBody>
      </p:sp>
      <p:sp>
        <p:nvSpPr>
          <p:cNvPr id="839" name="Google Shape;839;p25"/>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40" name="Google Shape;840;p25"/>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8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8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82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26"/>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DFS vs BFS</a:t>
            </a:r>
            <a:endParaRPr/>
          </a:p>
        </p:txBody>
      </p:sp>
      <p:sp>
        <p:nvSpPr>
          <p:cNvPr id="846" name="Google Shape;846;p26"/>
          <p:cNvSpPr txBox="1"/>
          <p:nvPr>
            <p:ph idx="1" type="body"/>
          </p:nvPr>
        </p:nvSpPr>
        <p:spPr>
          <a:xfrm>
            <a:off x="1806541" y="1056322"/>
            <a:ext cx="9825382" cy="512064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3760AA"/>
              </a:buClr>
              <a:buSzPts val="2400"/>
              <a:buNone/>
            </a:pPr>
            <a:r>
              <a:t/>
            </a:r>
            <a:endParaRPr b="1">
              <a:solidFill>
                <a:srgbClr val="953734"/>
              </a:solidFill>
            </a:endParaRPr>
          </a:p>
          <a:p>
            <a:pPr indent="0" lvl="0" marL="0" rtl="0" algn="l">
              <a:spcBef>
                <a:spcPts val="480"/>
              </a:spcBef>
              <a:spcAft>
                <a:spcPts val="0"/>
              </a:spcAft>
              <a:buClr>
                <a:srgbClr val="3760AA"/>
              </a:buClr>
              <a:buSzPts val="2400"/>
              <a:buNone/>
            </a:pPr>
            <a:r>
              <a:t/>
            </a:r>
            <a:endParaRPr b="1">
              <a:solidFill>
                <a:srgbClr val="953734"/>
              </a:solidFill>
            </a:endParaRPr>
          </a:p>
          <a:p>
            <a:pPr indent="0" lvl="0" marL="0" rtl="0" algn="l">
              <a:spcBef>
                <a:spcPts val="480"/>
              </a:spcBef>
              <a:spcAft>
                <a:spcPts val="0"/>
              </a:spcAft>
              <a:buClr>
                <a:srgbClr val="3760AA"/>
              </a:buClr>
              <a:buSzPts val="2400"/>
              <a:buNone/>
            </a:pPr>
            <a:r>
              <a:t/>
            </a:r>
            <a:endParaRPr b="1">
              <a:solidFill>
                <a:srgbClr val="953734"/>
              </a:solidFill>
            </a:endParaRPr>
          </a:p>
          <a:p>
            <a:pPr indent="0" lvl="0" marL="0" rtl="0" algn="l">
              <a:spcBef>
                <a:spcPts val="480"/>
              </a:spcBef>
              <a:spcAft>
                <a:spcPts val="0"/>
              </a:spcAft>
              <a:buClr>
                <a:srgbClr val="3760AA"/>
              </a:buClr>
              <a:buSzPts val="2400"/>
              <a:buNone/>
            </a:pPr>
            <a:r>
              <a:t/>
            </a:r>
            <a:endParaRPr b="1">
              <a:solidFill>
                <a:srgbClr val="953734"/>
              </a:solidFill>
            </a:endParaRPr>
          </a:p>
          <a:p>
            <a:pPr indent="0" lvl="0" marL="0" rtl="0" algn="l">
              <a:spcBef>
                <a:spcPts val="480"/>
              </a:spcBef>
              <a:spcAft>
                <a:spcPts val="0"/>
              </a:spcAft>
              <a:buClr>
                <a:srgbClr val="3760AA"/>
              </a:buClr>
              <a:buSzPts val="2400"/>
              <a:buNone/>
            </a:pPr>
            <a:r>
              <a:t/>
            </a:r>
            <a:endParaRPr b="1">
              <a:solidFill>
                <a:srgbClr val="953734"/>
              </a:solidFill>
            </a:endParaRPr>
          </a:p>
          <a:p>
            <a:pPr indent="0" lvl="0" marL="0" rtl="0" algn="l">
              <a:spcBef>
                <a:spcPts val="480"/>
              </a:spcBef>
              <a:spcAft>
                <a:spcPts val="0"/>
              </a:spcAft>
              <a:buClr>
                <a:srgbClr val="3760AA"/>
              </a:buClr>
              <a:buSzPts val="2400"/>
              <a:buNone/>
            </a:pPr>
            <a:r>
              <a:t/>
            </a:r>
            <a:endParaRPr b="1">
              <a:solidFill>
                <a:srgbClr val="953734"/>
              </a:solidFill>
            </a:endParaRPr>
          </a:p>
          <a:p>
            <a:pPr indent="-73025" lvl="0" marL="225425" rtl="0" algn="l">
              <a:spcBef>
                <a:spcPts val="480"/>
              </a:spcBef>
              <a:spcAft>
                <a:spcPts val="0"/>
              </a:spcAft>
              <a:buClr>
                <a:srgbClr val="3760AA"/>
              </a:buClr>
              <a:buSzPts val="2400"/>
              <a:buNone/>
            </a:pPr>
            <a:r>
              <a:t/>
            </a:r>
            <a:endParaRPr/>
          </a:p>
          <a:p>
            <a:pPr indent="-225425" lvl="0" marL="225425" rtl="0" algn="l">
              <a:spcBef>
                <a:spcPts val="480"/>
              </a:spcBef>
              <a:spcAft>
                <a:spcPts val="0"/>
              </a:spcAft>
              <a:buClr>
                <a:srgbClr val="3760AA"/>
              </a:buClr>
              <a:buSzPts val="2400"/>
              <a:buChar char="•"/>
            </a:pPr>
            <a:r>
              <a:rPr b="1" lang="en-US"/>
              <a:t>DFS</a:t>
            </a:r>
            <a:r>
              <a:rPr lang="en-US"/>
              <a:t>: need to get to the bottom. Memory constrained.</a:t>
            </a:r>
            <a:endParaRPr/>
          </a:p>
          <a:p>
            <a:pPr indent="-225425" lvl="0" marL="225425" rtl="0" algn="l">
              <a:spcBef>
                <a:spcPts val="480"/>
              </a:spcBef>
              <a:spcAft>
                <a:spcPts val="0"/>
              </a:spcAft>
              <a:buClr>
                <a:srgbClr val="3760AA"/>
              </a:buClr>
              <a:buSzPts val="2400"/>
              <a:buChar char="•"/>
            </a:pPr>
            <a:r>
              <a:rPr b="1" lang="en-US"/>
              <a:t>BFS</a:t>
            </a:r>
            <a:r>
              <a:rPr lang="en-US"/>
              <a:t>: solutions not too far down.</a:t>
            </a:r>
            <a:endParaRPr/>
          </a:p>
          <a:p>
            <a:pPr indent="-73025" lvl="0" marL="225425" rtl="0" algn="l">
              <a:spcBef>
                <a:spcPts val="480"/>
              </a:spcBef>
              <a:spcAft>
                <a:spcPts val="0"/>
              </a:spcAft>
              <a:buClr>
                <a:srgbClr val="3760AA"/>
              </a:buClr>
              <a:buSzPts val="2400"/>
              <a:buNone/>
            </a:pPr>
            <a:r>
              <a:t/>
            </a:r>
            <a:endParaRPr/>
          </a:p>
        </p:txBody>
      </p:sp>
      <p:pic>
        <p:nvPicPr>
          <p:cNvPr id="847" name="Google Shape;847;p26"/>
          <p:cNvPicPr preferRelativeResize="0"/>
          <p:nvPr/>
        </p:nvPicPr>
        <p:blipFill rotWithShape="1">
          <a:blip r:embed="rId3">
            <a:alphaModFix/>
          </a:blip>
          <a:srcRect b="0" l="0" r="0" t="0"/>
          <a:stretch/>
        </p:blipFill>
        <p:spPr>
          <a:xfrm>
            <a:off x="1765880" y="1307794"/>
            <a:ext cx="3779624" cy="2836194"/>
          </a:xfrm>
          <a:prstGeom prst="rect">
            <a:avLst/>
          </a:prstGeom>
          <a:noFill/>
          <a:ln>
            <a:noFill/>
          </a:ln>
        </p:spPr>
      </p:pic>
      <p:pic>
        <p:nvPicPr>
          <p:cNvPr id="848" name="Google Shape;848;p26"/>
          <p:cNvPicPr preferRelativeResize="0"/>
          <p:nvPr/>
        </p:nvPicPr>
        <p:blipFill rotWithShape="1">
          <a:blip r:embed="rId4">
            <a:alphaModFix/>
          </a:blip>
          <a:srcRect b="0" l="0" r="0" t="0"/>
          <a:stretch/>
        </p:blipFill>
        <p:spPr>
          <a:xfrm>
            <a:off x="6237957" y="1308532"/>
            <a:ext cx="3779624" cy="2835456"/>
          </a:xfrm>
          <a:prstGeom prst="rect">
            <a:avLst/>
          </a:prstGeom>
          <a:noFill/>
          <a:ln>
            <a:noFill/>
          </a:ln>
        </p:spPr>
      </p:pic>
      <p:sp>
        <p:nvSpPr>
          <p:cNvPr id="849" name="Google Shape;849;p26"/>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50" name="Google Shape;850;p26"/>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27"/>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Iterative-Deepening Search (IDS)</a:t>
            </a:r>
            <a:endParaRPr/>
          </a:p>
        </p:txBody>
      </p:sp>
      <p:sp>
        <p:nvSpPr>
          <p:cNvPr id="858" name="Google Shape;858;p27"/>
          <p:cNvSpPr/>
          <p:nvPr/>
        </p:nvSpPr>
        <p:spPr>
          <a:xfrm>
            <a:off x="9247950" y="2112966"/>
            <a:ext cx="964949" cy="828675"/>
          </a:xfrm>
          <a:custGeom>
            <a:rect b="b" l="l" r="r" t="t"/>
            <a:pathLst>
              <a:path extrusionOk="0" h="926" w="1087">
                <a:moveTo>
                  <a:pt x="538" y="0"/>
                </a:moveTo>
                <a:lnTo>
                  <a:pt x="0" y="926"/>
                </a:lnTo>
                <a:lnTo>
                  <a:pt x="1087" y="926"/>
                </a:lnTo>
                <a:lnTo>
                  <a:pt x="538" y="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9" name="Google Shape;859;p27"/>
          <p:cNvSpPr/>
          <p:nvPr/>
        </p:nvSpPr>
        <p:spPr>
          <a:xfrm>
            <a:off x="8863875" y="2112969"/>
            <a:ext cx="1725164" cy="1470025"/>
          </a:xfrm>
          <a:custGeom>
            <a:rect b="b" l="l" r="r" t="t"/>
            <a:pathLst>
              <a:path extrusionOk="0" h="926" w="1087">
                <a:moveTo>
                  <a:pt x="538" y="0"/>
                </a:moveTo>
                <a:lnTo>
                  <a:pt x="0" y="926"/>
                </a:lnTo>
                <a:lnTo>
                  <a:pt x="1087" y="926"/>
                </a:lnTo>
                <a:lnTo>
                  <a:pt x="538" y="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0" name="Google Shape;860;p27"/>
          <p:cNvSpPr/>
          <p:nvPr/>
        </p:nvSpPr>
        <p:spPr>
          <a:xfrm>
            <a:off x="9068616" y="2119314"/>
            <a:ext cx="1323630" cy="1162051"/>
          </a:xfrm>
          <a:custGeom>
            <a:rect b="b" l="l" r="r" t="t"/>
            <a:pathLst>
              <a:path extrusionOk="0" h="926" w="1087">
                <a:moveTo>
                  <a:pt x="538" y="0"/>
                </a:moveTo>
                <a:lnTo>
                  <a:pt x="0" y="926"/>
                </a:lnTo>
                <a:lnTo>
                  <a:pt x="1087" y="926"/>
                </a:lnTo>
                <a:lnTo>
                  <a:pt x="538" y="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27"/>
          <p:cNvSpPr txBox="1"/>
          <p:nvPr>
            <p:ph idx="1" type="body"/>
          </p:nvPr>
        </p:nvSpPr>
        <p:spPr>
          <a:xfrm>
            <a:off x="912812" y="1066800"/>
            <a:ext cx="10684211" cy="5486400"/>
          </a:xfrm>
          <a:prstGeom prst="rect">
            <a:avLst/>
          </a:prstGeom>
          <a:noFill/>
          <a:ln>
            <a:noFill/>
          </a:ln>
        </p:spPr>
        <p:txBody>
          <a:bodyPr anchorCtr="0" anchor="t" bIns="45700" lIns="91425" spcFirstLastPara="1" rIns="91425" wrap="square" tIns="45700">
            <a:normAutofit/>
          </a:bodyPr>
          <a:lstStyle/>
          <a:p>
            <a:pPr indent="-225425" lvl="0" marL="225425" rtl="0" algn="l">
              <a:spcBef>
                <a:spcPts val="0"/>
              </a:spcBef>
              <a:spcAft>
                <a:spcPts val="0"/>
              </a:spcAft>
              <a:buClr>
                <a:srgbClr val="3760AA"/>
              </a:buClr>
              <a:buSzPts val="2600"/>
              <a:buChar char="•"/>
            </a:pPr>
            <a:r>
              <a:rPr lang="en-US" sz="2600"/>
              <a:t>Idea: get DFS’s space advantage with BFS’s time / shallow-solution advantages</a:t>
            </a:r>
            <a:endParaRPr/>
          </a:p>
          <a:p>
            <a:pPr indent="-231775" lvl="1" marL="688975" rtl="0" algn="l">
              <a:spcBef>
                <a:spcPts val="480"/>
              </a:spcBef>
              <a:spcAft>
                <a:spcPts val="0"/>
              </a:spcAft>
              <a:buSzPts val="2400"/>
              <a:buChar char="⁻"/>
            </a:pPr>
            <a:r>
              <a:rPr lang="en-US"/>
              <a:t>Run a DFS with depth limit 1.  If no solution…</a:t>
            </a:r>
            <a:endParaRPr/>
          </a:p>
          <a:p>
            <a:pPr indent="-231775" lvl="1" marL="688975" rtl="0" algn="l">
              <a:spcBef>
                <a:spcPts val="480"/>
              </a:spcBef>
              <a:spcAft>
                <a:spcPts val="0"/>
              </a:spcAft>
              <a:buSzPts val="2400"/>
              <a:buChar char="⁻"/>
            </a:pPr>
            <a:r>
              <a:rPr lang="en-US"/>
              <a:t>Run a DFS with depth limit 2.  If no solution…</a:t>
            </a:r>
            <a:endParaRPr/>
          </a:p>
          <a:p>
            <a:pPr indent="-231775" lvl="1" marL="688975" rtl="0" algn="l">
              <a:spcBef>
                <a:spcPts val="480"/>
              </a:spcBef>
              <a:spcAft>
                <a:spcPts val="0"/>
              </a:spcAft>
              <a:buSzPts val="2400"/>
              <a:buChar char="⁻"/>
            </a:pPr>
            <a:r>
              <a:rPr lang="en-US"/>
              <a:t>Run a DFS with depth limit 3.  …..</a:t>
            </a:r>
            <a:endParaRPr/>
          </a:p>
          <a:p>
            <a:pPr indent="-79375" lvl="1" marL="688975" rtl="0" algn="l">
              <a:spcBef>
                <a:spcPts val="480"/>
              </a:spcBef>
              <a:spcAft>
                <a:spcPts val="0"/>
              </a:spcAft>
              <a:buSzPts val="2400"/>
              <a:buNone/>
            </a:pPr>
            <a:r>
              <a:t/>
            </a:r>
            <a:endParaRPr sz="2400"/>
          </a:p>
          <a:p>
            <a:pPr indent="-79375" lvl="1" marL="688975" rtl="0" algn="l">
              <a:spcBef>
                <a:spcPts val="480"/>
              </a:spcBef>
              <a:spcAft>
                <a:spcPts val="0"/>
              </a:spcAft>
              <a:buSzPts val="2400"/>
              <a:buNone/>
            </a:pPr>
            <a:r>
              <a:t/>
            </a:r>
            <a:endParaRPr sz="2400"/>
          </a:p>
          <a:p>
            <a:pPr indent="-225425" lvl="0" marL="225425" rtl="0" algn="l">
              <a:spcBef>
                <a:spcPts val="480"/>
              </a:spcBef>
              <a:spcAft>
                <a:spcPts val="0"/>
              </a:spcAft>
              <a:buClr>
                <a:srgbClr val="205867"/>
              </a:buClr>
              <a:buSzPts val="2400"/>
              <a:buChar char="•"/>
            </a:pPr>
            <a:r>
              <a:rPr lang="en-US">
                <a:solidFill>
                  <a:srgbClr val="205867"/>
                </a:solidFill>
              </a:rPr>
              <a:t>Isn’t that wastefully redundant?</a:t>
            </a:r>
            <a:endParaRPr/>
          </a:p>
          <a:p>
            <a:pPr indent="-231775" lvl="1" marL="688975" rtl="0" algn="l">
              <a:spcBef>
                <a:spcPts val="480"/>
              </a:spcBef>
              <a:spcAft>
                <a:spcPts val="0"/>
              </a:spcAft>
              <a:buSzPts val="2400"/>
              <a:buChar char="⁻"/>
            </a:pPr>
            <a:r>
              <a:rPr lang="en-US"/>
              <a:t>Generally most work happens in the lowest level searched, so not so bad!</a:t>
            </a:r>
            <a:endParaRPr/>
          </a:p>
        </p:txBody>
      </p:sp>
      <p:sp>
        <p:nvSpPr>
          <p:cNvPr id="862" name="Google Shape;862;p27"/>
          <p:cNvSpPr/>
          <p:nvPr/>
        </p:nvSpPr>
        <p:spPr>
          <a:xfrm>
            <a:off x="8271897" y="2093912"/>
            <a:ext cx="2926589" cy="2554288"/>
          </a:xfrm>
          <a:custGeom>
            <a:rect b="b" l="l" r="r" t="t"/>
            <a:pathLst>
              <a:path extrusionOk="0" h="1609" w="1844">
                <a:moveTo>
                  <a:pt x="0" y="1609"/>
                </a:moveTo>
                <a:lnTo>
                  <a:pt x="1844" y="1609"/>
                </a:lnTo>
                <a:lnTo>
                  <a:pt x="915" y="0"/>
                </a:lnTo>
                <a:lnTo>
                  <a:pt x="0" y="1609"/>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3" name="Google Shape;863;p27"/>
          <p:cNvSpPr/>
          <p:nvPr/>
        </p:nvSpPr>
        <p:spPr>
          <a:xfrm>
            <a:off x="9625680" y="2024063"/>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4" name="Google Shape;864;p27"/>
          <p:cNvSpPr/>
          <p:nvPr/>
        </p:nvSpPr>
        <p:spPr>
          <a:xfrm>
            <a:off x="9393964" y="2449515"/>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5" name="Google Shape;865;p27"/>
          <p:cNvSpPr/>
          <p:nvPr/>
        </p:nvSpPr>
        <p:spPr>
          <a:xfrm>
            <a:off x="9870088" y="2439987"/>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6" name="Google Shape;866;p27"/>
          <p:cNvSpPr txBox="1"/>
          <p:nvPr/>
        </p:nvSpPr>
        <p:spPr>
          <a:xfrm>
            <a:off x="9524109" y="2300291"/>
            <a:ext cx="274567"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867" name="Google Shape;867;p27"/>
          <p:cNvSpPr/>
          <p:nvPr/>
        </p:nvSpPr>
        <p:spPr>
          <a:xfrm>
            <a:off x="9506647" y="2254251"/>
            <a:ext cx="444384" cy="88900"/>
          </a:xfrm>
          <a:custGeom>
            <a:rect b="b" l="l" r="r" t="t"/>
            <a:pathLst>
              <a:path extrusionOk="0" h="56" w="280">
                <a:moveTo>
                  <a:pt x="0" y="11"/>
                </a:moveTo>
                <a:cubicBezTo>
                  <a:pt x="52" y="33"/>
                  <a:pt x="104" y="56"/>
                  <a:pt x="151" y="54"/>
                </a:cubicBezTo>
                <a:cubicBezTo>
                  <a:pt x="198" y="52"/>
                  <a:pt x="239" y="26"/>
                  <a:pt x="28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8" name="Google Shape;868;p27"/>
          <p:cNvSpPr txBox="1"/>
          <p:nvPr/>
        </p:nvSpPr>
        <p:spPr>
          <a:xfrm>
            <a:off x="9908181" y="2052639"/>
            <a:ext cx="298373"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a:p>
        </p:txBody>
      </p:sp>
      <p:sp>
        <p:nvSpPr>
          <p:cNvPr id="869" name="Google Shape;869;p27"/>
          <p:cNvSpPr/>
          <p:nvPr/>
        </p:nvSpPr>
        <p:spPr>
          <a:xfrm>
            <a:off x="10117676" y="3489326"/>
            <a:ext cx="179341" cy="179387"/>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p27"/>
          <p:cNvSpPr/>
          <p:nvPr/>
        </p:nvSpPr>
        <p:spPr>
          <a:xfrm>
            <a:off x="9470148" y="2119315"/>
            <a:ext cx="511042" cy="419100"/>
          </a:xfrm>
          <a:custGeom>
            <a:rect b="b" l="l" r="r" t="t"/>
            <a:pathLst>
              <a:path extrusionOk="0" h="926" w="1087">
                <a:moveTo>
                  <a:pt x="538" y="0"/>
                </a:moveTo>
                <a:lnTo>
                  <a:pt x="0" y="926"/>
                </a:lnTo>
                <a:lnTo>
                  <a:pt x="1087" y="926"/>
                </a:lnTo>
                <a:lnTo>
                  <a:pt x="538" y="0"/>
                </a:ln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1" name="Google Shape;871;p27"/>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72" name="Google Shape;872;p27"/>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28"/>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Iterative-Deepening Search (IDS)</a:t>
            </a:r>
            <a:endParaRPr/>
          </a:p>
        </p:txBody>
      </p:sp>
      <p:sp>
        <p:nvSpPr>
          <p:cNvPr id="878" name="Google Shape;878;p28"/>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79" name="Google Shape;879;p28"/>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80" name="Google Shape;880;p28"/>
          <p:cNvSpPr txBox="1"/>
          <p:nvPr>
            <p:ph idx="1" type="body"/>
          </p:nvPr>
        </p:nvSpPr>
        <p:spPr>
          <a:xfrm>
            <a:off x="684212" y="609600"/>
            <a:ext cx="10972800" cy="5867399"/>
          </a:xfrm>
          <a:prstGeom prst="rect">
            <a:avLst/>
          </a:prstGeom>
          <a:noFill/>
          <a:ln>
            <a:noFill/>
          </a:ln>
        </p:spPr>
        <p:txBody>
          <a:bodyPr anchorCtr="0" anchor="t" bIns="45700" lIns="91425" spcFirstLastPara="1" rIns="91425" wrap="square" tIns="45700">
            <a:normAutofit/>
          </a:bodyPr>
          <a:lstStyle/>
          <a:p>
            <a:pPr indent="-73025" lvl="0" marL="225425" rtl="0" algn="l">
              <a:spcBef>
                <a:spcPts val="0"/>
              </a:spcBef>
              <a:spcAft>
                <a:spcPts val="0"/>
              </a:spcAft>
              <a:buClr>
                <a:srgbClr val="3760AA"/>
              </a:buClr>
              <a:buSzPts val="2400"/>
              <a:buNone/>
            </a:pPr>
            <a:r>
              <a:t/>
            </a:r>
            <a:endParaRPr/>
          </a:p>
        </p:txBody>
      </p:sp>
      <p:pic>
        <p:nvPicPr>
          <p:cNvPr id="881" name="Google Shape;881;p28"/>
          <p:cNvPicPr preferRelativeResize="0"/>
          <p:nvPr/>
        </p:nvPicPr>
        <p:blipFill rotWithShape="1">
          <a:blip r:embed="rId3">
            <a:alphaModFix/>
          </a:blip>
          <a:srcRect b="0" l="0" r="0" t="0"/>
          <a:stretch/>
        </p:blipFill>
        <p:spPr>
          <a:xfrm>
            <a:off x="1583992" y="762000"/>
            <a:ext cx="9020839" cy="559508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29"/>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Iterative-Deepening Search (IDS)</a:t>
            </a:r>
            <a:endParaRPr/>
          </a:p>
        </p:txBody>
      </p:sp>
      <p:sp>
        <p:nvSpPr>
          <p:cNvPr id="887" name="Google Shape;887;p29"/>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88" name="Google Shape;888;p29"/>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89" name="Google Shape;889;p29"/>
          <p:cNvPicPr preferRelativeResize="0"/>
          <p:nvPr/>
        </p:nvPicPr>
        <p:blipFill rotWithShape="1">
          <a:blip r:embed="rId3">
            <a:alphaModFix/>
          </a:blip>
          <a:srcRect b="0" l="0" r="0" t="0"/>
          <a:stretch/>
        </p:blipFill>
        <p:spPr>
          <a:xfrm>
            <a:off x="1859959" y="1056944"/>
            <a:ext cx="8468907" cy="474411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30"/>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Iterative-Deepening Search (IDS)</a:t>
            </a:r>
            <a:endParaRPr/>
          </a:p>
        </p:txBody>
      </p:sp>
      <p:sp>
        <p:nvSpPr>
          <p:cNvPr id="895" name="Google Shape;895;p30"/>
          <p:cNvSpPr txBox="1"/>
          <p:nvPr>
            <p:ph idx="1" type="body"/>
          </p:nvPr>
        </p:nvSpPr>
        <p:spPr>
          <a:xfrm>
            <a:off x="1446212" y="1143000"/>
            <a:ext cx="9728320" cy="512064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953734"/>
              </a:buClr>
              <a:buSzPts val="3200"/>
              <a:buNone/>
            </a:pPr>
            <a:r>
              <a:rPr b="1" lang="en-US" sz="3200">
                <a:solidFill>
                  <a:srgbClr val="953734"/>
                </a:solidFill>
              </a:rPr>
              <a:t>Properties</a:t>
            </a:r>
            <a:endParaRPr/>
          </a:p>
          <a:p>
            <a:pPr indent="-225425" lvl="0" marL="225425" rtl="0" algn="l">
              <a:spcBef>
                <a:spcPts val="480"/>
              </a:spcBef>
              <a:spcAft>
                <a:spcPts val="0"/>
              </a:spcAft>
              <a:buClr>
                <a:srgbClr val="3760AA"/>
              </a:buClr>
              <a:buSzPts val="2400"/>
              <a:buChar char="•"/>
            </a:pPr>
            <a:r>
              <a:rPr lang="en-US"/>
              <a:t>Complete</a:t>
            </a:r>
            <a:endParaRPr/>
          </a:p>
          <a:p>
            <a:pPr indent="-231775" lvl="1" marL="688975" rtl="0" algn="l">
              <a:spcBef>
                <a:spcPts val="480"/>
              </a:spcBef>
              <a:spcAft>
                <a:spcPts val="0"/>
              </a:spcAft>
              <a:buSzPts val="2400"/>
              <a:buChar char="⁻"/>
            </a:pPr>
            <a:r>
              <a:rPr lang="en-US"/>
              <a:t>Có</a:t>
            </a:r>
            <a:endParaRPr/>
          </a:p>
          <a:p>
            <a:pPr indent="-225425" lvl="0" marL="225425" rtl="0" algn="l">
              <a:spcBef>
                <a:spcPts val="480"/>
              </a:spcBef>
              <a:spcAft>
                <a:spcPts val="0"/>
              </a:spcAft>
              <a:buClr>
                <a:srgbClr val="3760AA"/>
              </a:buClr>
              <a:buSzPts val="2400"/>
              <a:buChar char="•"/>
            </a:pPr>
            <a:r>
              <a:rPr lang="en-US"/>
              <a:t> Time:</a:t>
            </a:r>
            <a:endParaRPr/>
          </a:p>
          <a:p>
            <a:pPr indent="-231775" lvl="1" marL="688975" rtl="0" algn="l">
              <a:spcBef>
                <a:spcPts val="480"/>
              </a:spcBef>
              <a:spcAft>
                <a:spcPts val="0"/>
              </a:spcAft>
              <a:buSzPts val="2400"/>
              <a:buChar char="⁻"/>
            </a:pPr>
            <a:r>
              <a:rPr lang="en-US"/>
              <a:t>(d+1).b</a:t>
            </a:r>
            <a:r>
              <a:rPr baseline="30000" lang="en-US"/>
              <a:t>0</a:t>
            </a:r>
            <a:r>
              <a:rPr lang="en-US"/>
              <a:t> + d.b</a:t>
            </a:r>
            <a:r>
              <a:rPr baseline="30000" lang="en-US"/>
              <a:t>1</a:t>
            </a:r>
            <a:r>
              <a:rPr lang="en-US"/>
              <a:t> + (d-1).b</a:t>
            </a:r>
            <a:r>
              <a:rPr baseline="30000" lang="en-US"/>
              <a:t>2</a:t>
            </a:r>
            <a:r>
              <a:rPr lang="en-US"/>
              <a:t>+ … +b</a:t>
            </a:r>
            <a:r>
              <a:rPr baseline="30000" lang="en-US"/>
              <a:t>d</a:t>
            </a:r>
            <a:r>
              <a:rPr lang="en-US"/>
              <a:t> = O(b</a:t>
            </a:r>
            <a:r>
              <a:rPr baseline="30000" lang="en-US"/>
              <a:t>d</a:t>
            </a:r>
            <a:r>
              <a:rPr lang="en-US"/>
              <a:t>) </a:t>
            </a:r>
            <a:endParaRPr/>
          </a:p>
          <a:p>
            <a:pPr indent="-225425" lvl="0" marL="225425" rtl="0" algn="l">
              <a:spcBef>
                <a:spcPts val="480"/>
              </a:spcBef>
              <a:spcAft>
                <a:spcPts val="0"/>
              </a:spcAft>
              <a:buClr>
                <a:srgbClr val="3760AA"/>
              </a:buClr>
              <a:buSzPts val="2400"/>
              <a:buChar char="•"/>
            </a:pPr>
            <a:r>
              <a:rPr lang="en-US"/>
              <a:t>Space:</a:t>
            </a:r>
            <a:endParaRPr/>
          </a:p>
          <a:p>
            <a:pPr indent="-231775" lvl="1" marL="688975" rtl="0" algn="l">
              <a:spcBef>
                <a:spcPts val="480"/>
              </a:spcBef>
              <a:spcAft>
                <a:spcPts val="0"/>
              </a:spcAft>
              <a:buSzPts val="2400"/>
              <a:buChar char="⁻"/>
            </a:pPr>
            <a:r>
              <a:rPr lang="en-US"/>
              <a:t>O(b.d)</a:t>
            </a:r>
            <a:endParaRPr/>
          </a:p>
          <a:p>
            <a:pPr indent="-225425" lvl="0" marL="225425" rtl="0" algn="l">
              <a:spcBef>
                <a:spcPts val="480"/>
              </a:spcBef>
              <a:spcAft>
                <a:spcPts val="0"/>
              </a:spcAft>
              <a:buClr>
                <a:srgbClr val="3760AA"/>
              </a:buClr>
              <a:buSzPts val="2400"/>
              <a:buChar char="•"/>
            </a:pPr>
            <a:r>
              <a:rPr lang="en-US"/>
              <a:t> Optimal ?</a:t>
            </a:r>
            <a:endParaRPr/>
          </a:p>
        </p:txBody>
      </p:sp>
      <p:sp>
        <p:nvSpPr>
          <p:cNvPr id="896" name="Google Shape;896;p30"/>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897" name="Google Shape;897;p30"/>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31"/>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Uniform Cost Search(UCS)</a:t>
            </a:r>
            <a:endParaRPr/>
          </a:p>
        </p:txBody>
      </p:sp>
      <p:pic>
        <p:nvPicPr>
          <p:cNvPr id="903" name="Google Shape;903;p31"/>
          <p:cNvPicPr preferRelativeResize="0"/>
          <p:nvPr/>
        </p:nvPicPr>
        <p:blipFill rotWithShape="1">
          <a:blip r:embed="rId3">
            <a:alphaModFix/>
          </a:blip>
          <a:srcRect b="15791" l="1995" r="-1995" t="19715"/>
          <a:stretch/>
        </p:blipFill>
        <p:spPr>
          <a:xfrm>
            <a:off x="2127835" y="2259029"/>
            <a:ext cx="7800848" cy="3774332"/>
          </a:xfrm>
          <a:prstGeom prst="rect">
            <a:avLst/>
          </a:prstGeom>
          <a:noFill/>
          <a:ln>
            <a:noFill/>
          </a:ln>
        </p:spPr>
      </p:pic>
      <p:sp>
        <p:nvSpPr>
          <p:cNvPr id="904" name="Google Shape;904;p31"/>
          <p:cNvSpPr txBox="1"/>
          <p:nvPr/>
        </p:nvSpPr>
        <p:spPr>
          <a:xfrm>
            <a:off x="1401392" y="1143000"/>
            <a:ext cx="7448473" cy="10156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Strategy</a:t>
            </a:r>
            <a:r>
              <a:rPr lang="en-US" sz="2400">
                <a:solidFill>
                  <a:schemeClr val="dk1"/>
                </a:solidFill>
                <a:latin typeface="Arial"/>
                <a:ea typeface="Arial"/>
                <a:cs typeface="Arial"/>
                <a:sym typeface="Arial"/>
              </a:rPr>
              <a:t>: expand a cheapest node first:</a:t>
            </a:r>
            <a:endParaRPr/>
          </a:p>
          <a:p>
            <a:pPr indent="0" lvl="0" marL="0" marR="0" rtl="0" algn="l">
              <a:spcBef>
                <a:spcPts val="1200"/>
              </a:spcBef>
              <a:spcAft>
                <a:spcPts val="0"/>
              </a:spcAft>
              <a:buNone/>
            </a:pPr>
            <a:r>
              <a:rPr b="1" lang="en-US" sz="2400">
                <a:solidFill>
                  <a:schemeClr val="dk1"/>
                </a:solidFill>
                <a:latin typeface="Arial"/>
                <a:ea typeface="Arial"/>
                <a:cs typeface="Arial"/>
                <a:sym typeface="Arial"/>
              </a:rPr>
              <a:t>Fringe</a:t>
            </a:r>
            <a:r>
              <a:rPr lang="en-US" sz="2400">
                <a:solidFill>
                  <a:schemeClr val="dk1"/>
                </a:solidFill>
                <a:latin typeface="Arial"/>
                <a:ea typeface="Arial"/>
                <a:cs typeface="Arial"/>
                <a:sym typeface="Arial"/>
              </a:rPr>
              <a:t> is a priority queue (priority: cumulative cost)</a:t>
            </a:r>
            <a:endParaRPr/>
          </a:p>
        </p:txBody>
      </p:sp>
      <p:sp>
        <p:nvSpPr>
          <p:cNvPr id="905" name="Google Shape;905;p31"/>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906" name="Google Shape;906;p31"/>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32"/>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Uniform Cost Search(UCS)</a:t>
            </a:r>
            <a:endParaRPr/>
          </a:p>
        </p:txBody>
      </p:sp>
      <p:grpSp>
        <p:nvGrpSpPr>
          <p:cNvPr id="914" name="Google Shape;914;p32"/>
          <p:cNvGrpSpPr/>
          <p:nvPr/>
        </p:nvGrpSpPr>
        <p:grpSpPr>
          <a:xfrm>
            <a:off x="2791058" y="3255349"/>
            <a:ext cx="6714964" cy="3349625"/>
            <a:chOff x="657" y="2180"/>
            <a:chExt cx="4231" cy="2110"/>
          </a:xfrm>
        </p:grpSpPr>
        <p:sp>
          <p:nvSpPr>
            <p:cNvPr id="915" name="Google Shape;915;p32"/>
            <p:cNvSpPr/>
            <p:nvPr/>
          </p:nvSpPr>
          <p:spPr>
            <a:xfrm>
              <a:off x="2261" y="2180"/>
              <a:ext cx="1938" cy="221"/>
            </a:xfrm>
            <a:custGeom>
              <a:rect b="b" l="l" r="r" t="t"/>
              <a:pathLst>
                <a:path extrusionOk="0" h="221" w="1938">
                  <a:moveTo>
                    <a:pt x="1938" y="0"/>
                  </a:moveTo>
                  <a:lnTo>
                    <a:pt x="1066" y="210"/>
                  </a:lnTo>
                  <a:lnTo>
                    <a:pt x="662" y="221"/>
                  </a:lnTo>
                  <a:lnTo>
                    <a:pt x="0" y="32"/>
                  </a:lnTo>
                </a:path>
              </a:pathLst>
            </a:custGeom>
            <a:solidFill>
              <a:srgbClr val="FF3300">
                <a:alpha val="2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16" name="Google Shape;916;p32"/>
            <p:cNvSpPr/>
            <p:nvPr/>
          </p:nvSpPr>
          <p:spPr>
            <a:xfrm>
              <a:off x="657" y="2180"/>
              <a:ext cx="4231" cy="1271"/>
            </a:xfrm>
            <a:custGeom>
              <a:rect b="b" l="l" r="r" t="t"/>
              <a:pathLst>
                <a:path extrusionOk="0" h="1271" w="4231">
                  <a:moveTo>
                    <a:pt x="4231" y="32"/>
                  </a:moveTo>
                  <a:lnTo>
                    <a:pt x="4150" y="479"/>
                  </a:lnTo>
                  <a:lnTo>
                    <a:pt x="3510" y="544"/>
                  </a:lnTo>
                  <a:lnTo>
                    <a:pt x="2853" y="232"/>
                  </a:lnTo>
                  <a:lnTo>
                    <a:pt x="2212" y="285"/>
                  </a:lnTo>
                  <a:lnTo>
                    <a:pt x="1846" y="818"/>
                  </a:lnTo>
                  <a:lnTo>
                    <a:pt x="1405" y="824"/>
                  </a:lnTo>
                  <a:lnTo>
                    <a:pt x="1259" y="608"/>
                  </a:lnTo>
                  <a:lnTo>
                    <a:pt x="942" y="598"/>
                  </a:lnTo>
                  <a:lnTo>
                    <a:pt x="845" y="1179"/>
                  </a:lnTo>
                  <a:lnTo>
                    <a:pt x="350" y="1271"/>
                  </a:lnTo>
                  <a:lnTo>
                    <a:pt x="0" y="189"/>
                  </a:lnTo>
                  <a:lnTo>
                    <a:pt x="1604" y="27"/>
                  </a:lnTo>
                  <a:lnTo>
                    <a:pt x="2234" y="210"/>
                  </a:lnTo>
                  <a:lnTo>
                    <a:pt x="2654" y="216"/>
                  </a:lnTo>
                  <a:lnTo>
                    <a:pt x="3526" y="0"/>
                  </a:lnTo>
                  <a:lnTo>
                    <a:pt x="4226" y="27"/>
                  </a:lnTo>
                </a:path>
              </a:pathLst>
            </a:custGeom>
            <a:solidFill>
              <a:srgbClr val="FF9900">
                <a:alpha val="2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17" name="Google Shape;917;p32"/>
            <p:cNvSpPr/>
            <p:nvPr/>
          </p:nvSpPr>
          <p:spPr>
            <a:xfrm>
              <a:off x="1007" y="2396"/>
              <a:ext cx="3789" cy="1313"/>
            </a:xfrm>
            <a:custGeom>
              <a:rect b="b" l="l" r="r" t="t"/>
              <a:pathLst>
                <a:path extrusionOk="0" h="1313" w="3789">
                  <a:moveTo>
                    <a:pt x="3789" y="269"/>
                  </a:moveTo>
                  <a:lnTo>
                    <a:pt x="3784" y="323"/>
                  </a:lnTo>
                  <a:lnTo>
                    <a:pt x="3160" y="387"/>
                  </a:lnTo>
                  <a:lnTo>
                    <a:pt x="2072" y="312"/>
                  </a:lnTo>
                  <a:lnTo>
                    <a:pt x="1733" y="635"/>
                  </a:lnTo>
                  <a:lnTo>
                    <a:pt x="1668" y="1302"/>
                  </a:lnTo>
                  <a:lnTo>
                    <a:pt x="1270" y="1313"/>
                  </a:lnTo>
                  <a:lnTo>
                    <a:pt x="1152" y="683"/>
                  </a:lnTo>
                  <a:lnTo>
                    <a:pt x="920" y="602"/>
                  </a:lnTo>
                  <a:lnTo>
                    <a:pt x="818" y="403"/>
                  </a:lnTo>
                  <a:lnTo>
                    <a:pt x="608" y="398"/>
                  </a:lnTo>
                  <a:lnTo>
                    <a:pt x="516" y="1012"/>
                  </a:lnTo>
                  <a:lnTo>
                    <a:pt x="0" y="1125"/>
                  </a:lnTo>
                  <a:lnTo>
                    <a:pt x="0" y="1049"/>
                  </a:lnTo>
                  <a:lnTo>
                    <a:pt x="490" y="958"/>
                  </a:lnTo>
                  <a:lnTo>
                    <a:pt x="592" y="376"/>
                  </a:lnTo>
                  <a:lnTo>
                    <a:pt x="920" y="387"/>
                  </a:lnTo>
                  <a:lnTo>
                    <a:pt x="1049" y="608"/>
                  </a:lnTo>
                  <a:lnTo>
                    <a:pt x="1496" y="597"/>
                  </a:lnTo>
                  <a:lnTo>
                    <a:pt x="1857" y="69"/>
                  </a:lnTo>
                  <a:lnTo>
                    <a:pt x="2497" y="0"/>
                  </a:lnTo>
                  <a:lnTo>
                    <a:pt x="3170" y="328"/>
                  </a:lnTo>
                  <a:lnTo>
                    <a:pt x="3789" y="269"/>
                  </a:lnTo>
                  <a:close/>
                </a:path>
              </a:pathLst>
            </a:custGeom>
            <a:solidFill>
              <a:srgbClr val="008000">
                <a:alpha val="2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18" name="Google Shape;918;p32"/>
            <p:cNvSpPr/>
            <p:nvPr/>
          </p:nvSpPr>
          <p:spPr>
            <a:xfrm>
              <a:off x="996" y="2697"/>
              <a:ext cx="3784" cy="1330"/>
            </a:xfrm>
            <a:custGeom>
              <a:rect b="b" l="l" r="r" t="t"/>
              <a:pathLst>
                <a:path extrusionOk="0" h="1330" w="3784">
                  <a:moveTo>
                    <a:pt x="3784" y="27"/>
                  </a:moveTo>
                  <a:lnTo>
                    <a:pt x="3768" y="75"/>
                  </a:lnTo>
                  <a:lnTo>
                    <a:pt x="3208" y="113"/>
                  </a:lnTo>
                  <a:lnTo>
                    <a:pt x="2094" y="43"/>
                  </a:lnTo>
                  <a:lnTo>
                    <a:pt x="1787" y="350"/>
                  </a:lnTo>
                  <a:lnTo>
                    <a:pt x="1723" y="1287"/>
                  </a:lnTo>
                  <a:lnTo>
                    <a:pt x="1400" y="1330"/>
                  </a:lnTo>
                  <a:lnTo>
                    <a:pt x="1378" y="1055"/>
                  </a:lnTo>
                  <a:lnTo>
                    <a:pt x="1216" y="1039"/>
                  </a:lnTo>
                  <a:lnTo>
                    <a:pt x="1120" y="393"/>
                  </a:lnTo>
                  <a:lnTo>
                    <a:pt x="899" y="323"/>
                  </a:lnTo>
                  <a:lnTo>
                    <a:pt x="791" y="102"/>
                  </a:lnTo>
                  <a:lnTo>
                    <a:pt x="630" y="118"/>
                  </a:lnTo>
                  <a:lnTo>
                    <a:pt x="549" y="770"/>
                  </a:lnTo>
                  <a:lnTo>
                    <a:pt x="21" y="883"/>
                  </a:lnTo>
                  <a:lnTo>
                    <a:pt x="0" y="813"/>
                  </a:lnTo>
                  <a:lnTo>
                    <a:pt x="517" y="711"/>
                  </a:lnTo>
                  <a:lnTo>
                    <a:pt x="619" y="75"/>
                  </a:lnTo>
                  <a:lnTo>
                    <a:pt x="840" y="102"/>
                  </a:lnTo>
                  <a:lnTo>
                    <a:pt x="931" y="307"/>
                  </a:lnTo>
                  <a:lnTo>
                    <a:pt x="1157" y="377"/>
                  </a:lnTo>
                  <a:lnTo>
                    <a:pt x="1276" y="1001"/>
                  </a:lnTo>
                  <a:lnTo>
                    <a:pt x="1674" y="996"/>
                  </a:lnTo>
                  <a:lnTo>
                    <a:pt x="1749" y="328"/>
                  </a:lnTo>
                  <a:lnTo>
                    <a:pt x="2089" y="0"/>
                  </a:lnTo>
                  <a:lnTo>
                    <a:pt x="3181" y="81"/>
                  </a:lnTo>
                  <a:lnTo>
                    <a:pt x="3784" y="27"/>
                  </a:lnTo>
                  <a:close/>
                </a:path>
              </a:pathLst>
            </a:custGeom>
            <a:solidFill>
              <a:srgbClr val="0000FF">
                <a:alpha val="2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19" name="Google Shape;919;p32"/>
            <p:cNvSpPr/>
            <p:nvPr/>
          </p:nvSpPr>
          <p:spPr>
            <a:xfrm>
              <a:off x="1012" y="2735"/>
              <a:ext cx="3736" cy="1555"/>
            </a:xfrm>
            <a:custGeom>
              <a:rect b="b" l="l" r="r" t="t"/>
              <a:pathLst>
                <a:path extrusionOk="0" h="1555" w="3736">
                  <a:moveTo>
                    <a:pt x="3736" y="43"/>
                  </a:moveTo>
                  <a:lnTo>
                    <a:pt x="3709" y="350"/>
                  </a:lnTo>
                  <a:lnTo>
                    <a:pt x="2460" y="1410"/>
                  </a:lnTo>
                  <a:lnTo>
                    <a:pt x="942" y="1555"/>
                  </a:lnTo>
                  <a:lnTo>
                    <a:pt x="70" y="1405"/>
                  </a:lnTo>
                  <a:lnTo>
                    <a:pt x="0" y="845"/>
                  </a:lnTo>
                  <a:lnTo>
                    <a:pt x="538" y="732"/>
                  </a:lnTo>
                  <a:lnTo>
                    <a:pt x="619" y="59"/>
                  </a:lnTo>
                  <a:lnTo>
                    <a:pt x="791" y="70"/>
                  </a:lnTo>
                  <a:lnTo>
                    <a:pt x="872" y="290"/>
                  </a:lnTo>
                  <a:lnTo>
                    <a:pt x="1109" y="360"/>
                  </a:lnTo>
                  <a:lnTo>
                    <a:pt x="1195" y="990"/>
                  </a:lnTo>
                  <a:lnTo>
                    <a:pt x="1362" y="1017"/>
                  </a:lnTo>
                  <a:lnTo>
                    <a:pt x="1389" y="1275"/>
                  </a:lnTo>
                  <a:lnTo>
                    <a:pt x="1696" y="1259"/>
                  </a:lnTo>
                  <a:lnTo>
                    <a:pt x="1776" y="306"/>
                  </a:lnTo>
                  <a:lnTo>
                    <a:pt x="2089" y="0"/>
                  </a:lnTo>
                  <a:lnTo>
                    <a:pt x="3208" y="75"/>
                  </a:lnTo>
                  <a:lnTo>
                    <a:pt x="3736" y="43"/>
                  </a:lnTo>
                  <a:close/>
                </a:path>
              </a:pathLst>
            </a:custGeom>
            <a:solidFill>
              <a:schemeClr val="lt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grpSp>
        <p:nvGrpSpPr>
          <p:cNvPr id="920" name="Google Shape;920;p32"/>
          <p:cNvGrpSpPr/>
          <p:nvPr/>
        </p:nvGrpSpPr>
        <p:grpSpPr>
          <a:xfrm>
            <a:off x="3576661" y="3228356"/>
            <a:ext cx="5484971" cy="3324908"/>
            <a:chOff x="48" y="2332"/>
            <a:chExt cx="3456" cy="2384"/>
          </a:xfrm>
        </p:grpSpPr>
        <p:sp>
          <p:nvSpPr>
            <p:cNvPr id="921" name="Google Shape;921;p32"/>
            <p:cNvSpPr txBox="1"/>
            <p:nvPr/>
          </p:nvSpPr>
          <p:spPr>
            <a:xfrm>
              <a:off x="1728" y="2332"/>
              <a:ext cx="624" cy="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S</a:t>
              </a:r>
              <a:endParaRPr/>
            </a:p>
          </p:txBody>
        </p:sp>
        <p:sp>
          <p:nvSpPr>
            <p:cNvPr id="922" name="Google Shape;922;p32"/>
            <p:cNvSpPr txBox="1"/>
            <p:nvPr/>
          </p:nvSpPr>
          <p:spPr>
            <a:xfrm>
              <a:off x="48" y="3417"/>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a</a:t>
              </a:r>
              <a:endParaRPr/>
            </a:p>
          </p:txBody>
        </p:sp>
        <p:sp>
          <p:nvSpPr>
            <p:cNvPr id="923" name="Google Shape;923;p32"/>
            <p:cNvSpPr txBox="1"/>
            <p:nvPr/>
          </p:nvSpPr>
          <p:spPr>
            <a:xfrm>
              <a:off x="48" y="3033"/>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b</a:t>
              </a:r>
              <a:endParaRPr/>
            </a:p>
          </p:txBody>
        </p:sp>
        <p:sp>
          <p:nvSpPr>
            <p:cNvPr id="924" name="Google Shape;924;p32"/>
            <p:cNvSpPr txBox="1"/>
            <p:nvPr/>
          </p:nvSpPr>
          <p:spPr>
            <a:xfrm>
              <a:off x="384" y="2688"/>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d</a:t>
              </a:r>
              <a:endParaRPr/>
            </a:p>
          </p:txBody>
        </p:sp>
        <p:sp>
          <p:nvSpPr>
            <p:cNvPr id="925" name="Google Shape;925;p32"/>
            <p:cNvSpPr txBox="1"/>
            <p:nvPr/>
          </p:nvSpPr>
          <p:spPr>
            <a:xfrm>
              <a:off x="3264" y="2640"/>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p</a:t>
              </a:r>
              <a:endParaRPr/>
            </a:p>
          </p:txBody>
        </p:sp>
        <p:sp>
          <p:nvSpPr>
            <p:cNvPr id="926" name="Google Shape;926;p32"/>
            <p:cNvSpPr txBox="1"/>
            <p:nvPr/>
          </p:nvSpPr>
          <p:spPr>
            <a:xfrm>
              <a:off x="480" y="3417"/>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a</a:t>
              </a:r>
              <a:endParaRPr/>
            </a:p>
          </p:txBody>
        </p:sp>
        <p:sp>
          <p:nvSpPr>
            <p:cNvPr id="927" name="Google Shape;927;p32"/>
            <p:cNvSpPr txBox="1"/>
            <p:nvPr/>
          </p:nvSpPr>
          <p:spPr>
            <a:xfrm>
              <a:off x="480" y="3033"/>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c</a:t>
              </a:r>
              <a:endParaRPr/>
            </a:p>
          </p:txBody>
        </p:sp>
        <p:cxnSp>
          <p:nvCxnSpPr>
            <p:cNvPr id="928" name="Google Shape;928;p32"/>
            <p:cNvCxnSpPr>
              <a:stCxn id="924" idx="2"/>
              <a:endCxn id="923" idx="0"/>
            </p:cNvCxnSpPr>
            <p:nvPr/>
          </p:nvCxnSpPr>
          <p:spPr>
            <a:xfrm rot="10800000">
              <a:off x="204" y="2931"/>
              <a:ext cx="300" cy="0"/>
            </a:xfrm>
            <a:prstGeom prst="straightConnector1">
              <a:avLst/>
            </a:prstGeom>
            <a:noFill/>
            <a:ln cap="flat" cmpd="sng" w="9525">
              <a:solidFill>
                <a:schemeClr val="dk1"/>
              </a:solidFill>
              <a:prstDash val="solid"/>
              <a:round/>
              <a:headEnd len="med" w="med" type="none"/>
              <a:tailEnd len="med" w="med" type="none"/>
            </a:ln>
          </p:spPr>
        </p:cxnSp>
        <p:cxnSp>
          <p:nvCxnSpPr>
            <p:cNvPr id="929" name="Google Shape;929;p32"/>
            <p:cNvCxnSpPr>
              <a:stCxn id="924" idx="2"/>
              <a:endCxn id="927" idx="0"/>
            </p:cNvCxnSpPr>
            <p:nvPr/>
          </p:nvCxnSpPr>
          <p:spPr>
            <a:xfrm>
              <a:off x="504" y="2931"/>
              <a:ext cx="0" cy="0"/>
            </a:xfrm>
            <a:prstGeom prst="straightConnector1">
              <a:avLst/>
            </a:prstGeom>
            <a:noFill/>
            <a:ln cap="flat" cmpd="sng" w="9525">
              <a:solidFill>
                <a:schemeClr val="dk1"/>
              </a:solidFill>
              <a:prstDash val="solid"/>
              <a:round/>
              <a:headEnd len="med" w="med" type="none"/>
              <a:tailEnd len="med" w="med" type="none"/>
            </a:ln>
          </p:spPr>
        </p:cxnSp>
        <p:cxnSp>
          <p:nvCxnSpPr>
            <p:cNvPr id="930" name="Google Shape;930;p32"/>
            <p:cNvCxnSpPr>
              <a:stCxn id="923" idx="2"/>
              <a:endCxn id="922" idx="0"/>
            </p:cNvCxnSpPr>
            <p:nvPr/>
          </p:nvCxnSpPr>
          <p:spPr>
            <a:xfrm>
              <a:off x="168" y="3276"/>
              <a:ext cx="0" cy="0"/>
            </a:xfrm>
            <a:prstGeom prst="straightConnector1">
              <a:avLst/>
            </a:prstGeom>
            <a:noFill/>
            <a:ln cap="flat" cmpd="sng" w="9525">
              <a:solidFill>
                <a:schemeClr val="dk1"/>
              </a:solidFill>
              <a:prstDash val="solid"/>
              <a:round/>
              <a:headEnd len="med" w="med" type="none"/>
              <a:tailEnd len="med" w="med" type="none"/>
            </a:ln>
          </p:spPr>
        </p:cxnSp>
        <p:cxnSp>
          <p:nvCxnSpPr>
            <p:cNvPr id="931" name="Google Shape;931;p32"/>
            <p:cNvCxnSpPr>
              <a:stCxn id="927" idx="2"/>
              <a:endCxn id="926" idx="0"/>
            </p:cNvCxnSpPr>
            <p:nvPr/>
          </p:nvCxnSpPr>
          <p:spPr>
            <a:xfrm>
              <a:off x="600" y="3276"/>
              <a:ext cx="0" cy="0"/>
            </a:xfrm>
            <a:prstGeom prst="straightConnector1">
              <a:avLst/>
            </a:prstGeom>
            <a:noFill/>
            <a:ln cap="flat" cmpd="sng" w="9525">
              <a:solidFill>
                <a:schemeClr val="dk1"/>
              </a:solidFill>
              <a:prstDash val="solid"/>
              <a:round/>
              <a:headEnd len="med" w="med" type="none"/>
              <a:tailEnd len="med" w="med" type="none"/>
            </a:ln>
          </p:spPr>
        </p:cxnSp>
        <p:grpSp>
          <p:nvGrpSpPr>
            <p:cNvPr id="932" name="Google Shape;932;p32"/>
            <p:cNvGrpSpPr/>
            <p:nvPr/>
          </p:nvGrpSpPr>
          <p:grpSpPr>
            <a:xfrm>
              <a:off x="1776" y="2640"/>
              <a:ext cx="1104" cy="1692"/>
              <a:chOff x="1152" y="2640"/>
              <a:chExt cx="1104" cy="1692"/>
            </a:xfrm>
          </p:grpSpPr>
          <p:sp>
            <p:nvSpPr>
              <p:cNvPr id="933" name="Google Shape;933;p32"/>
              <p:cNvSpPr txBox="1"/>
              <p:nvPr/>
            </p:nvSpPr>
            <p:spPr>
              <a:xfrm>
                <a:off x="1536" y="2640"/>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e</a:t>
                </a:r>
                <a:endParaRPr/>
              </a:p>
            </p:txBody>
          </p:sp>
          <p:sp>
            <p:nvSpPr>
              <p:cNvPr id="934" name="Google Shape;934;p32"/>
              <p:cNvSpPr txBox="1"/>
              <p:nvPr/>
            </p:nvSpPr>
            <p:spPr>
              <a:xfrm>
                <a:off x="1152" y="3408"/>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p</a:t>
                </a:r>
                <a:endParaRPr/>
              </a:p>
            </p:txBody>
          </p:sp>
          <p:sp>
            <p:nvSpPr>
              <p:cNvPr id="935" name="Google Shape;935;p32"/>
              <p:cNvSpPr txBox="1"/>
              <p:nvPr/>
            </p:nvSpPr>
            <p:spPr>
              <a:xfrm>
                <a:off x="1296" y="3024"/>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h</a:t>
                </a:r>
                <a:endParaRPr/>
              </a:p>
            </p:txBody>
          </p:sp>
          <p:sp>
            <p:nvSpPr>
              <p:cNvPr id="936" name="Google Shape;936;p32"/>
              <p:cNvSpPr txBox="1"/>
              <p:nvPr/>
            </p:nvSpPr>
            <p:spPr>
              <a:xfrm>
                <a:off x="1728" y="3408"/>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f</a:t>
                </a:r>
                <a:endParaRPr/>
              </a:p>
            </p:txBody>
          </p:sp>
          <p:sp>
            <p:nvSpPr>
              <p:cNvPr id="937" name="Google Shape;937;p32"/>
              <p:cNvSpPr txBox="1"/>
              <p:nvPr/>
            </p:nvSpPr>
            <p:spPr>
              <a:xfrm>
                <a:off x="1728" y="3024"/>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r</a:t>
                </a:r>
                <a:endParaRPr/>
              </a:p>
            </p:txBody>
          </p:sp>
          <p:sp>
            <p:nvSpPr>
              <p:cNvPr id="938" name="Google Shape;938;p32"/>
              <p:cNvSpPr txBox="1"/>
              <p:nvPr/>
            </p:nvSpPr>
            <p:spPr>
              <a:xfrm>
                <a:off x="1440" y="3408"/>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q</a:t>
                </a:r>
                <a:endParaRPr/>
              </a:p>
            </p:txBody>
          </p:sp>
          <p:sp>
            <p:nvSpPr>
              <p:cNvPr id="939" name="Google Shape;939;p32"/>
              <p:cNvSpPr txBox="1"/>
              <p:nvPr/>
            </p:nvSpPr>
            <p:spPr>
              <a:xfrm>
                <a:off x="1152" y="3753"/>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q</a:t>
                </a:r>
                <a:endParaRPr/>
              </a:p>
            </p:txBody>
          </p:sp>
          <p:sp>
            <p:nvSpPr>
              <p:cNvPr id="940" name="Google Shape;940;p32"/>
              <p:cNvSpPr txBox="1"/>
              <p:nvPr/>
            </p:nvSpPr>
            <p:spPr>
              <a:xfrm>
                <a:off x="1584" y="3753"/>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c</a:t>
                </a:r>
                <a:endParaRPr/>
              </a:p>
            </p:txBody>
          </p:sp>
          <p:sp>
            <p:nvSpPr>
              <p:cNvPr id="941" name="Google Shape;941;p32"/>
              <p:cNvSpPr txBox="1"/>
              <p:nvPr/>
            </p:nvSpPr>
            <p:spPr>
              <a:xfrm>
                <a:off x="1776" y="3792"/>
                <a:ext cx="480" cy="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G</a:t>
                </a:r>
                <a:endParaRPr/>
              </a:p>
            </p:txBody>
          </p:sp>
          <p:sp>
            <p:nvSpPr>
              <p:cNvPr id="942" name="Google Shape;942;p32"/>
              <p:cNvSpPr txBox="1"/>
              <p:nvPr/>
            </p:nvSpPr>
            <p:spPr>
              <a:xfrm>
                <a:off x="1584" y="4089"/>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a</a:t>
                </a:r>
                <a:endParaRPr/>
              </a:p>
            </p:txBody>
          </p:sp>
          <p:cxnSp>
            <p:nvCxnSpPr>
              <p:cNvPr id="943" name="Google Shape;943;p32"/>
              <p:cNvCxnSpPr>
                <a:stCxn id="933" idx="2"/>
                <a:endCxn id="935" idx="0"/>
              </p:cNvCxnSpPr>
              <p:nvPr/>
            </p:nvCxnSpPr>
            <p:spPr>
              <a:xfrm rot="10800000">
                <a:off x="1356" y="2883"/>
                <a:ext cx="300" cy="0"/>
              </a:xfrm>
              <a:prstGeom prst="straightConnector1">
                <a:avLst/>
              </a:prstGeom>
              <a:noFill/>
              <a:ln cap="flat" cmpd="sng" w="9525">
                <a:solidFill>
                  <a:schemeClr val="dk1"/>
                </a:solidFill>
                <a:prstDash val="solid"/>
                <a:round/>
                <a:headEnd len="med" w="med" type="none"/>
                <a:tailEnd len="med" w="med" type="none"/>
              </a:ln>
            </p:spPr>
          </p:cxnSp>
          <p:cxnSp>
            <p:nvCxnSpPr>
              <p:cNvPr id="944" name="Google Shape;944;p32"/>
              <p:cNvCxnSpPr>
                <a:stCxn id="933" idx="2"/>
                <a:endCxn id="937" idx="0"/>
              </p:cNvCxnSpPr>
              <p:nvPr/>
            </p:nvCxnSpPr>
            <p:spPr>
              <a:xfrm>
                <a:off x="1656" y="2883"/>
                <a:ext cx="300" cy="0"/>
              </a:xfrm>
              <a:prstGeom prst="straightConnector1">
                <a:avLst/>
              </a:prstGeom>
              <a:noFill/>
              <a:ln cap="flat" cmpd="sng" w="9525">
                <a:solidFill>
                  <a:schemeClr val="dk1"/>
                </a:solidFill>
                <a:prstDash val="solid"/>
                <a:round/>
                <a:headEnd len="med" w="med" type="none"/>
                <a:tailEnd len="med" w="med" type="none"/>
              </a:ln>
            </p:spPr>
          </p:cxnSp>
          <p:cxnSp>
            <p:nvCxnSpPr>
              <p:cNvPr id="945" name="Google Shape;945;p32"/>
              <p:cNvCxnSpPr>
                <a:stCxn id="935" idx="2"/>
                <a:endCxn id="934" idx="0"/>
              </p:cNvCxnSpPr>
              <p:nvPr/>
            </p:nvCxnSpPr>
            <p:spPr>
              <a:xfrm>
                <a:off x="1416" y="3267"/>
                <a:ext cx="0" cy="0"/>
              </a:xfrm>
              <a:prstGeom prst="straightConnector1">
                <a:avLst/>
              </a:prstGeom>
              <a:noFill/>
              <a:ln cap="flat" cmpd="sng" w="9525">
                <a:solidFill>
                  <a:schemeClr val="dk1"/>
                </a:solidFill>
                <a:prstDash val="solid"/>
                <a:round/>
                <a:headEnd len="med" w="med" type="none"/>
                <a:tailEnd len="med" w="med" type="none"/>
              </a:ln>
            </p:spPr>
          </p:cxnSp>
          <p:cxnSp>
            <p:nvCxnSpPr>
              <p:cNvPr id="946" name="Google Shape;946;p32"/>
              <p:cNvCxnSpPr>
                <a:stCxn id="935" idx="2"/>
                <a:endCxn id="938" idx="0"/>
              </p:cNvCxnSpPr>
              <p:nvPr/>
            </p:nvCxnSpPr>
            <p:spPr>
              <a:xfrm>
                <a:off x="1416" y="3267"/>
                <a:ext cx="0" cy="0"/>
              </a:xfrm>
              <a:prstGeom prst="straightConnector1">
                <a:avLst/>
              </a:prstGeom>
              <a:noFill/>
              <a:ln cap="flat" cmpd="sng" w="9525">
                <a:solidFill>
                  <a:schemeClr val="dk1"/>
                </a:solidFill>
                <a:prstDash val="solid"/>
                <a:round/>
                <a:headEnd len="med" w="med" type="none"/>
                <a:tailEnd len="med" w="med" type="none"/>
              </a:ln>
            </p:spPr>
          </p:cxnSp>
          <p:cxnSp>
            <p:nvCxnSpPr>
              <p:cNvPr id="947" name="Google Shape;947;p32"/>
              <p:cNvCxnSpPr>
                <a:stCxn id="937" idx="2"/>
                <a:endCxn id="936" idx="0"/>
              </p:cNvCxnSpPr>
              <p:nvPr/>
            </p:nvCxnSpPr>
            <p:spPr>
              <a:xfrm>
                <a:off x="1848" y="3267"/>
                <a:ext cx="0" cy="0"/>
              </a:xfrm>
              <a:prstGeom prst="straightConnector1">
                <a:avLst/>
              </a:prstGeom>
              <a:noFill/>
              <a:ln cap="flat" cmpd="sng" w="9525">
                <a:solidFill>
                  <a:schemeClr val="dk1"/>
                </a:solidFill>
                <a:prstDash val="solid"/>
                <a:round/>
                <a:headEnd len="med" w="med" type="none"/>
                <a:tailEnd len="med" w="med" type="none"/>
              </a:ln>
            </p:spPr>
          </p:cxnSp>
          <p:cxnSp>
            <p:nvCxnSpPr>
              <p:cNvPr id="948" name="Google Shape;948;p32"/>
              <p:cNvCxnSpPr>
                <a:stCxn id="934" idx="2"/>
                <a:endCxn id="939" idx="0"/>
              </p:cNvCxnSpPr>
              <p:nvPr/>
            </p:nvCxnSpPr>
            <p:spPr>
              <a:xfrm>
                <a:off x="1272" y="3651"/>
                <a:ext cx="0" cy="0"/>
              </a:xfrm>
              <a:prstGeom prst="straightConnector1">
                <a:avLst/>
              </a:prstGeom>
              <a:noFill/>
              <a:ln cap="flat" cmpd="sng" w="9525">
                <a:solidFill>
                  <a:schemeClr val="dk1"/>
                </a:solidFill>
                <a:prstDash val="solid"/>
                <a:round/>
                <a:headEnd len="med" w="med" type="none"/>
                <a:tailEnd len="med" w="med" type="none"/>
              </a:ln>
            </p:spPr>
          </p:cxnSp>
          <p:cxnSp>
            <p:nvCxnSpPr>
              <p:cNvPr id="949" name="Google Shape;949;p32"/>
              <p:cNvCxnSpPr>
                <a:stCxn id="936" idx="2"/>
                <a:endCxn id="940" idx="0"/>
              </p:cNvCxnSpPr>
              <p:nvPr/>
            </p:nvCxnSpPr>
            <p:spPr>
              <a:xfrm>
                <a:off x="1848" y="3651"/>
                <a:ext cx="0" cy="0"/>
              </a:xfrm>
              <a:prstGeom prst="straightConnector1">
                <a:avLst/>
              </a:prstGeom>
              <a:noFill/>
              <a:ln cap="flat" cmpd="sng" w="9525">
                <a:solidFill>
                  <a:schemeClr val="dk1"/>
                </a:solidFill>
                <a:prstDash val="solid"/>
                <a:round/>
                <a:headEnd len="med" w="med" type="none"/>
                <a:tailEnd len="med" w="med" type="none"/>
              </a:ln>
            </p:spPr>
          </p:cxnSp>
          <p:cxnSp>
            <p:nvCxnSpPr>
              <p:cNvPr id="950" name="Google Shape;950;p32"/>
              <p:cNvCxnSpPr>
                <a:stCxn id="936" idx="2"/>
                <a:endCxn id="941" idx="0"/>
              </p:cNvCxnSpPr>
              <p:nvPr/>
            </p:nvCxnSpPr>
            <p:spPr>
              <a:xfrm>
                <a:off x="1848" y="3651"/>
                <a:ext cx="300" cy="0"/>
              </a:xfrm>
              <a:prstGeom prst="straightConnector1">
                <a:avLst/>
              </a:prstGeom>
              <a:noFill/>
              <a:ln cap="flat" cmpd="sng" w="9525">
                <a:solidFill>
                  <a:schemeClr val="dk1"/>
                </a:solidFill>
                <a:prstDash val="solid"/>
                <a:round/>
                <a:headEnd len="med" w="med" type="none"/>
                <a:tailEnd len="med" w="med" type="none"/>
              </a:ln>
            </p:spPr>
          </p:cxnSp>
          <p:cxnSp>
            <p:nvCxnSpPr>
              <p:cNvPr id="951" name="Google Shape;951;p32"/>
              <p:cNvCxnSpPr>
                <a:stCxn id="940" idx="2"/>
                <a:endCxn id="942" idx="0"/>
              </p:cNvCxnSpPr>
              <p:nvPr/>
            </p:nvCxnSpPr>
            <p:spPr>
              <a:xfrm>
                <a:off x="1704" y="3996"/>
                <a:ext cx="0" cy="0"/>
              </a:xfrm>
              <a:prstGeom prst="straightConnector1">
                <a:avLst/>
              </a:prstGeom>
              <a:noFill/>
              <a:ln cap="flat" cmpd="sng" w="9525">
                <a:solidFill>
                  <a:schemeClr val="dk1"/>
                </a:solidFill>
                <a:prstDash val="solid"/>
                <a:round/>
                <a:headEnd len="med" w="med" type="none"/>
                <a:tailEnd len="med" w="med" type="none"/>
              </a:ln>
            </p:spPr>
          </p:cxnSp>
        </p:grpSp>
        <p:sp>
          <p:nvSpPr>
            <p:cNvPr id="952" name="Google Shape;952;p32"/>
            <p:cNvSpPr txBox="1"/>
            <p:nvPr/>
          </p:nvSpPr>
          <p:spPr>
            <a:xfrm>
              <a:off x="3264" y="2994"/>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q</a:t>
              </a:r>
              <a:endParaRPr/>
            </a:p>
          </p:txBody>
        </p:sp>
        <p:cxnSp>
          <p:nvCxnSpPr>
            <p:cNvPr id="953" name="Google Shape;953;p32"/>
            <p:cNvCxnSpPr>
              <a:stCxn id="925" idx="2"/>
              <a:endCxn id="952" idx="0"/>
            </p:cNvCxnSpPr>
            <p:nvPr/>
          </p:nvCxnSpPr>
          <p:spPr>
            <a:xfrm>
              <a:off x="3384" y="2883"/>
              <a:ext cx="0" cy="0"/>
            </a:xfrm>
            <a:prstGeom prst="straightConnector1">
              <a:avLst/>
            </a:prstGeom>
            <a:noFill/>
            <a:ln cap="flat" cmpd="sng" w="9525">
              <a:solidFill>
                <a:schemeClr val="dk1"/>
              </a:solidFill>
              <a:prstDash val="solid"/>
              <a:round/>
              <a:headEnd len="med" w="med" type="none"/>
              <a:tailEnd len="med" w="med" type="none"/>
            </a:ln>
          </p:spPr>
        </p:cxnSp>
        <p:grpSp>
          <p:nvGrpSpPr>
            <p:cNvPr id="954" name="Google Shape;954;p32"/>
            <p:cNvGrpSpPr/>
            <p:nvPr/>
          </p:nvGrpSpPr>
          <p:grpSpPr>
            <a:xfrm>
              <a:off x="624" y="3024"/>
              <a:ext cx="1104" cy="1692"/>
              <a:chOff x="1152" y="2640"/>
              <a:chExt cx="1104" cy="1692"/>
            </a:xfrm>
          </p:grpSpPr>
          <p:sp>
            <p:nvSpPr>
              <p:cNvPr id="955" name="Google Shape;955;p32"/>
              <p:cNvSpPr txBox="1"/>
              <p:nvPr/>
            </p:nvSpPr>
            <p:spPr>
              <a:xfrm>
                <a:off x="1536" y="2640"/>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e</a:t>
                </a:r>
                <a:endParaRPr/>
              </a:p>
            </p:txBody>
          </p:sp>
          <p:sp>
            <p:nvSpPr>
              <p:cNvPr id="956" name="Google Shape;956;p32"/>
              <p:cNvSpPr txBox="1"/>
              <p:nvPr/>
            </p:nvSpPr>
            <p:spPr>
              <a:xfrm>
                <a:off x="1152" y="3408"/>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p</a:t>
                </a:r>
                <a:endParaRPr/>
              </a:p>
            </p:txBody>
          </p:sp>
          <p:sp>
            <p:nvSpPr>
              <p:cNvPr id="957" name="Google Shape;957;p32"/>
              <p:cNvSpPr txBox="1"/>
              <p:nvPr/>
            </p:nvSpPr>
            <p:spPr>
              <a:xfrm>
                <a:off x="1296" y="3024"/>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h</a:t>
                </a:r>
                <a:endParaRPr/>
              </a:p>
            </p:txBody>
          </p:sp>
          <p:sp>
            <p:nvSpPr>
              <p:cNvPr id="958" name="Google Shape;958;p32"/>
              <p:cNvSpPr txBox="1"/>
              <p:nvPr/>
            </p:nvSpPr>
            <p:spPr>
              <a:xfrm>
                <a:off x="1728" y="3408"/>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f</a:t>
                </a:r>
                <a:endParaRPr/>
              </a:p>
            </p:txBody>
          </p:sp>
          <p:sp>
            <p:nvSpPr>
              <p:cNvPr id="959" name="Google Shape;959;p32"/>
              <p:cNvSpPr txBox="1"/>
              <p:nvPr/>
            </p:nvSpPr>
            <p:spPr>
              <a:xfrm>
                <a:off x="1728" y="3024"/>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r</a:t>
                </a:r>
                <a:endParaRPr/>
              </a:p>
            </p:txBody>
          </p:sp>
          <p:sp>
            <p:nvSpPr>
              <p:cNvPr id="960" name="Google Shape;960;p32"/>
              <p:cNvSpPr txBox="1"/>
              <p:nvPr/>
            </p:nvSpPr>
            <p:spPr>
              <a:xfrm>
                <a:off x="1440" y="3408"/>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q</a:t>
                </a:r>
                <a:endParaRPr/>
              </a:p>
            </p:txBody>
          </p:sp>
          <p:sp>
            <p:nvSpPr>
              <p:cNvPr id="961" name="Google Shape;961;p32"/>
              <p:cNvSpPr txBox="1"/>
              <p:nvPr/>
            </p:nvSpPr>
            <p:spPr>
              <a:xfrm>
                <a:off x="1152" y="3753"/>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q</a:t>
                </a:r>
                <a:endParaRPr/>
              </a:p>
            </p:txBody>
          </p:sp>
          <p:sp>
            <p:nvSpPr>
              <p:cNvPr id="962" name="Google Shape;962;p32"/>
              <p:cNvSpPr txBox="1"/>
              <p:nvPr/>
            </p:nvSpPr>
            <p:spPr>
              <a:xfrm>
                <a:off x="1584" y="3753"/>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c</a:t>
                </a:r>
                <a:endParaRPr/>
              </a:p>
            </p:txBody>
          </p:sp>
          <p:sp>
            <p:nvSpPr>
              <p:cNvPr id="963" name="Google Shape;963;p32"/>
              <p:cNvSpPr txBox="1"/>
              <p:nvPr/>
            </p:nvSpPr>
            <p:spPr>
              <a:xfrm>
                <a:off x="1776" y="3792"/>
                <a:ext cx="480" cy="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G</a:t>
                </a:r>
                <a:endParaRPr/>
              </a:p>
            </p:txBody>
          </p:sp>
          <p:sp>
            <p:nvSpPr>
              <p:cNvPr id="964" name="Google Shape;964;p32"/>
              <p:cNvSpPr txBox="1"/>
              <p:nvPr/>
            </p:nvSpPr>
            <p:spPr>
              <a:xfrm>
                <a:off x="1584" y="4089"/>
                <a:ext cx="240" cy="2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Calibri"/>
                    <a:ea typeface="Calibri"/>
                    <a:cs typeface="Calibri"/>
                    <a:sym typeface="Calibri"/>
                  </a:rPr>
                  <a:t>a</a:t>
                </a:r>
                <a:endParaRPr/>
              </a:p>
            </p:txBody>
          </p:sp>
          <p:cxnSp>
            <p:nvCxnSpPr>
              <p:cNvPr id="965" name="Google Shape;965;p32"/>
              <p:cNvCxnSpPr>
                <a:stCxn id="955" idx="2"/>
                <a:endCxn id="957" idx="0"/>
              </p:cNvCxnSpPr>
              <p:nvPr/>
            </p:nvCxnSpPr>
            <p:spPr>
              <a:xfrm rot="10800000">
                <a:off x="1356" y="2883"/>
                <a:ext cx="300" cy="0"/>
              </a:xfrm>
              <a:prstGeom prst="straightConnector1">
                <a:avLst/>
              </a:prstGeom>
              <a:noFill/>
              <a:ln cap="flat" cmpd="sng" w="9525">
                <a:solidFill>
                  <a:schemeClr val="dk1"/>
                </a:solidFill>
                <a:prstDash val="solid"/>
                <a:round/>
                <a:headEnd len="med" w="med" type="none"/>
                <a:tailEnd len="med" w="med" type="none"/>
              </a:ln>
            </p:spPr>
          </p:cxnSp>
          <p:cxnSp>
            <p:nvCxnSpPr>
              <p:cNvPr id="966" name="Google Shape;966;p32"/>
              <p:cNvCxnSpPr>
                <a:stCxn id="955" idx="2"/>
                <a:endCxn id="959" idx="0"/>
              </p:cNvCxnSpPr>
              <p:nvPr/>
            </p:nvCxnSpPr>
            <p:spPr>
              <a:xfrm>
                <a:off x="1656" y="2883"/>
                <a:ext cx="300" cy="0"/>
              </a:xfrm>
              <a:prstGeom prst="straightConnector1">
                <a:avLst/>
              </a:prstGeom>
              <a:noFill/>
              <a:ln cap="flat" cmpd="sng" w="9525">
                <a:solidFill>
                  <a:schemeClr val="dk1"/>
                </a:solidFill>
                <a:prstDash val="solid"/>
                <a:round/>
                <a:headEnd len="med" w="med" type="none"/>
                <a:tailEnd len="med" w="med" type="none"/>
              </a:ln>
            </p:spPr>
          </p:cxnSp>
          <p:cxnSp>
            <p:nvCxnSpPr>
              <p:cNvPr id="967" name="Google Shape;967;p32"/>
              <p:cNvCxnSpPr>
                <a:stCxn id="957" idx="2"/>
                <a:endCxn id="956" idx="0"/>
              </p:cNvCxnSpPr>
              <p:nvPr/>
            </p:nvCxnSpPr>
            <p:spPr>
              <a:xfrm>
                <a:off x="1416" y="3267"/>
                <a:ext cx="0" cy="0"/>
              </a:xfrm>
              <a:prstGeom prst="straightConnector1">
                <a:avLst/>
              </a:prstGeom>
              <a:noFill/>
              <a:ln cap="flat" cmpd="sng" w="9525">
                <a:solidFill>
                  <a:schemeClr val="dk1"/>
                </a:solidFill>
                <a:prstDash val="solid"/>
                <a:round/>
                <a:headEnd len="med" w="med" type="none"/>
                <a:tailEnd len="med" w="med" type="none"/>
              </a:ln>
            </p:spPr>
          </p:cxnSp>
          <p:cxnSp>
            <p:nvCxnSpPr>
              <p:cNvPr id="968" name="Google Shape;968;p32"/>
              <p:cNvCxnSpPr>
                <a:stCxn id="957" idx="2"/>
                <a:endCxn id="960" idx="0"/>
              </p:cNvCxnSpPr>
              <p:nvPr/>
            </p:nvCxnSpPr>
            <p:spPr>
              <a:xfrm>
                <a:off x="1416" y="3267"/>
                <a:ext cx="0" cy="0"/>
              </a:xfrm>
              <a:prstGeom prst="straightConnector1">
                <a:avLst/>
              </a:prstGeom>
              <a:noFill/>
              <a:ln cap="flat" cmpd="sng" w="9525">
                <a:solidFill>
                  <a:schemeClr val="dk1"/>
                </a:solidFill>
                <a:prstDash val="solid"/>
                <a:round/>
                <a:headEnd len="med" w="med" type="none"/>
                <a:tailEnd len="med" w="med" type="none"/>
              </a:ln>
            </p:spPr>
          </p:cxnSp>
          <p:cxnSp>
            <p:nvCxnSpPr>
              <p:cNvPr id="969" name="Google Shape;969;p32"/>
              <p:cNvCxnSpPr>
                <a:stCxn id="959" idx="2"/>
                <a:endCxn id="958" idx="0"/>
              </p:cNvCxnSpPr>
              <p:nvPr/>
            </p:nvCxnSpPr>
            <p:spPr>
              <a:xfrm>
                <a:off x="1848" y="3267"/>
                <a:ext cx="0" cy="0"/>
              </a:xfrm>
              <a:prstGeom prst="straightConnector1">
                <a:avLst/>
              </a:prstGeom>
              <a:noFill/>
              <a:ln cap="flat" cmpd="sng" w="9525">
                <a:solidFill>
                  <a:schemeClr val="dk1"/>
                </a:solidFill>
                <a:prstDash val="solid"/>
                <a:round/>
                <a:headEnd len="med" w="med" type="none"/>
                <a:tailEnd len="med" w="med" type="none"/>
              </a:ln>
            </p:spPr>
          </p:cxnSp>
          <p:cxnSp>
            <p:nvCxnSpPr>
              <p:cNvPr id="970" name="Google Shape;970;p32"/>
              <p:cNvCxnSpPr>
                <a:stCxn id="956" idx="2"/>
                <a:endCxn id="961" idx="0"/>
              </p:cNvCxnSpPr>
              <p:nvPr/>
            </p:nvCxnSpPr>
            <p:spPr>
              <a:xfrm>
                <a:off x="1272" y="3651"/>
                <a:ext cx="0" cy="0"/>
              </a:xfrm>
              <a:prstGeom prst="straightConnector1">
                <a:avLst/>
              </a:prstGeom>
              <a:noFill/>
              <a:ln cap="flat" cmpd="sng" w="9525">
                <a:solidFill>
                  <a:schemeClr val="dk1"/>
                </a:solidFill>
                <a:prstDash val="solid"/>
                <a:round/>
                <a:headEnd len="med" w="med" type="none"/>
                <a:tailEnd len="med" w="med" type="none"/>
              </a:ln>
            </p:spPr>
          </p:cxnSp>
          <p:cxnSp>
            <p:nvCxnSpPr>
              <p:cNvPr id="971" name="Google Shape;971;p32"/>
              <p:cNvCxnSpPr>
                <a:stCxn id="958" idx="2"/>
                <a:endCxn id="962" idx="0"/>
              </p:cNvCxnSpPr>
              <p:nvPr/>
            </p:nvCxnSpPr>
            <p:spPr>
              <a:xfrm>
                <a:off x="1848" y="3651"/>
                <a:ext cx="0" cy="0"/>
              </a:xfrm>
              <a:prstGeom prst="straightConnector1">
                <a:avLst/>
              </a:prstGeom>
              <a:noFill/>
              <a:ln cap="flat" cmpd="sng" w="9525">
                <a:solidFill>
                  <a:schemeClr val="dk1"/>
                </a:solidFill>
                <a:prstDash val="solid"/>
                <a:round/>
                <a:headEnd len="med" w="med" type="none"/>
                <a:tailEnd len="med" w="med" type="none"/>
              </a:ln>
            </p:spPr>
          </p:cxnSp>
          <p:cxnSp>
            <p:nvCxnSpPr>
              <p:cNvPr id="972" name="Google Shape;972;p32"/>
              <p:cNvCxnSpPr>
                <a:stCxn id="958" idx="2"/>
                <a:endCxn id="963" idx="0"/>
              </p:cNvCxnSpPr>
              <p:nvPr/>
            </p:nvCxnSpPr>
            <p:spPr>
              <a:xfrm>
                <a:off x="1848" y="3651"/>
                <a:ext cx="300" cy="0"/>
              </a:xfrm>
              <a:prstGeom prst="straightConnector1">
                <a:avLst/>
              </a:prstGeom>
              <a:noFill/>
              <a:ln cap="flat" cmpd="sng" w="9525">
                <a:solidFill>
                  <a:schemeClr val="dk1"/>
                </a:solidFill>
                <a:prstDash val="solid"/>
                <a:round/>
                <a:headEnd len="med" w="med" type="none"/>
                <a:tailEnd len="med" w="med" type="none"/>
              </a:ln>
            </p:spPr>
          </p:cxnSp>
          <p:cxnSp>
            <p:nvCxnSpPr>
              <p:cNvPr id="973" name="Google Shape;973;p32"/>
              <p:cNvCxnSpPr>
                <a:stCxn id="962" idx="2"/>
                <a:endCxn id="964" idx="0"/>
              </p:cNvCxnSpPr>
              <p:nvPr/>
            </p:nvCxnSpPr>
            <p:spPr>
              <a:xfrm>
                <a:off x="1704" y="3996"/>
                <a:ext cx="0" cy="0"/>
              </a:xfrm>
              <a:prstGeom prst="straightConnector1">
                <a:avLst/>
              </a:prstGeom>
              <a:noFill/>
              <a:ln cap="flat" cmpd="sng" w="9525">
                <a:solidFill>
                  <a:schemeClr val="dk1"/>
                </a:solidFill>
                <a:prstDash val="solid"/>
                <a:round/>
                <a:headEnd len="med" w="med" type="none"/>
                <a:tailEnd len="med" w="med" type="none"/>
              </a:ln>
            </p:spPr>
          </p:cxnSp>
        </p:grpSp>
        <p:cxnSp>
          <p:nvCxnSpPr>
            <p:cNvPr id="974" name="Google Shape;974;p32"/>
            <p:cNvCxnSpPr>
              <a:stCxn id="924" idx="2"/>
              <a:endCxn id="955" idx="0"/>
            </p:cNvCxnSpPr>
            <p:nvPr/>
          </p:nvCxnSpPr>
          <p:spPr>
            <a:xfrm>
              <a:off x="504" y="2931"/>
              <a:ext cx="600" cy="0"/>
            </a:xfrm>
            <a:prstGeom prst="straightConnector1">
              <a:avLst/>
            </a:prstGeom>
            <a:noFill/>
            <a:ln cap="flat" cmpd="sng" w="9525">
              <a:solidFill>
                <a:schemeClr val="dk1"/>
              </a:solidFill>
              <a:prstDash val="solid"/>
              <a:round/>
              <a:headEnd len="med" w="med" type="none"/>
              <a:tailEnd len="med" w="med" type="none"/>
            </a:ln>
          </p:spPr>
        </p:cxnSp>
        <p:cxnSp>
          <p:nvCxnSpPr>
            <p:cNvPr id="975" name="Google Shape;975;p32"/>
            <p:cNvCxnSpPr>
              <a:stCxn id="921" idx="2"/>
              <a:endCxn id="924" idx="0"/>
            </p:cNvCxnSpPr>
            <p:nvPr/>
          </p:nvCxnSpPr>
          <p:spPr>
            <a:xfrm rot="10800000">
              <a:off x="540" y="2553"/>
              <a:ext cx="1500" cy="0"/>
            </a:xfrm>
            <a:prstGeom prst="straightConnector1">
              <a:avLst/>
            </a:prstGeom>
            <a:noFill/>
            <a:ln cap="flat" cmpd="sng" w="9525">
              <a:solidFill>
                <a:schemeClr val="dk1"/>
              </a:solidFill>
              <a:prstDash val="solid"/>
              <a:round/>
              <a:headEnd len="med" w="med" type="none"/>
              <a:tailEnd len="med" w="med" type="none"/>
            </a:ln>
          </p:spPr>
        </p:cxnSp>
        <p:cxnSp>
          <p:nvCxnSpPr>
            <p:cNvPr id="976" name="Google Shape;976;p32"/>
            <p:cNvCxnSpPr>
              <a:stCxn id="921" idx="2"/>
              <a:endCxn id="933" idx="0"/>
            </p:cNvCxnSpPr>
            <p:nvPr/>
          </p:nvCxnSpPr>
          <p:spPr>
            <a:xfrm>
              <a:off x="2040" y="2553"/>
              <a:ext cx="300" cy="0"/>
            </a:xfrm>
            <a:prstGeom prst="straightConnector1">
              <a:avLst/>
            </a:prstGeom>
            <a:noFill/>
            <a:ln cap="flat" cmpd="sng" w="9525">
              <a:solidFill>
                <a:schemeClr val="dk1"/>
              </a:solidFill>
              <a:prstDash val="solid"/>
              <a:round/>
              <a:headEnd len="med" w="med" type="none"/>
              <a:tailEnd len="med" w="med" type="none"/>
            </a:ln>
          </p:spPr>
        </p:cxnSp>
        <p:cxnSp>
          <p:nvCxnSpPr>
            <p:cNvPr id="977" name="Google Shape;977;p32"/>
            <p:cNvCxnSpPr>
              <a:stCxn id="921" idx="2"/>
              <a:endCxn id="925" idx="0"/>
            </p:cNvCxnSpPr>
            <p:nvPr/>
          </p:nvCxnSpPr>
          <p:spPr>
            <a:xfrm>
              <a:off x="2040" y="2553"/>
              <a:ext cx="1200" cy="0"/>
            </a:xfrm>
            <a:prstGeom prst="straightConnector1">
              <a:avLst/>
            </a:prstGeom>
            <a:noFill/>
            <a:ln cap="flat" cmpd="sng" w="9525">
              <a:solidFill>
                <a:schemeClr val="dk1"/>
              </a:solidFill>
              <a:prstDash val="solid"/>
              <a:round/>
              <a:headEnd len="med" w="med" type="none"/>
              <a:tailEnd len="med" w="med" type="none"/>
            </a:ln>
          </p:spPr>
        </p:cxnSp>
      </p:grpSp>
      <p:sp>
        <p:nvSpPr>
          <p:cNvPr id="978" name="Google Shape;978;p32"/>
          <p:cNvSpPr/>
          <p:nvPr/>
        </p:nvSpPr>
        <p:spPr>
          <a:xfrm>
            <a:off x="6592127" y="3272809"/>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79" name="Google Shape;979;p32"/>
          <p:cNvSpPr/>
          <p:nvPr/>
        </p:nvSpPr>
        <p:spPr>
          <a:xfrm>
            <a:off x="6593718" y="327439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80" name="Google Shape;980;p32"/>
          <p:cNvSpPr/>
          <p:nvPr/>
        </p:nvSpPr>
        <p:spPr>
          <a:xfrm>
            <a:off x="4182931" y="3768109"/>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81" name="Google Shape;981;p32"/>
          <p:cNvSpPr/>
          <p:nvPr/>
        </p:nvSpPr>
        <p:spPr>
          <a:xfrm>
            <a:off x="6976203" y="3701434"/>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82" name="Google Shape;982;p32"/>
          <p:cNvSpPr/>
          <p:nvPr/>
        </p:nvSpPr>
        <p:spPr>
          <a:xfrm>
            <a:off x="8720414" y="3717308"/>
            <a:ext cx="290437"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83" name="Google Shape;983;p32"/>
          <p:cNvSpPr txBox="1"/>
          <p:nvPr/>
        </p:nvSpPr>
        <p:spPr>
          <a:xfrm>
            <a:off x="4616204" y="3715720"/>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3</a:t>
            </a:r>
            <a:endParaRPr/>
          </a:p>
        </p:txBody>
      </p:sp>
      <p:sp>
        <p:nvSpPr>
          <p:cNvPr id="984" name="Google Shape;984;p32"/>
          <p:cNvSpPr txBox="1"/>
          <p:nvPr/>
        </p:nvSpPr>
        <p:spPr>
          <a:xfrm>
            <a:off x="7372974" y="3645869"/>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9</a:t>
            </a:r>
            <a:endParaRPr/>
          </a:p>
        </p:txBody>
      </p:sp>
      <p:sp>
        <p:nvSpPr>
          <p:cNvPr id="985" name="Google Shape;985;p32"/>
          <p:cNvSpPr txBox="1"/>
          <p:nvPr/>
        </p:nvSpPr>
        <p:spPr>
          <a:xfrm>
            <a:off x="9082269" y="364269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a:t>
            </a:r>
            <a:endParaRPr/>
          </a:p>
        </p:txBody>
      </p:sp>
      <p:sp>
        <p:nvSpPr>
          <p:cNvPr id="986" name="Google Shape;986;p32"/>
          <p:cNvSpPr/>
          <p:nvPr/>
        </p:nvSpPr>
        <p:spPr>
          <a:xfrm>
            <a:off x="8718822" y="3715717"/>
            <a:ext cx="290436"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87" name="Google Shape;987;p32"/>
          <p:cNvSpPr/>
          <p:nvPr/>
        </p:nvSpPr>
        <p:spPr>
          <a:xfrm>
            <a:off x="8736286" y="4228485"/>
            <a:ext cx="290437"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88" name="Google Shape;988;p32"/>
          <p:cNvSpPr txBox="1"/>
          <p:nvPr/>
        </p:nvSpPr>
        <p:spPr>
          <a:xfrm>
            <a:off x="9107662" y="415069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16</a:t>
            </a:r>
            <a:endParaRPr/>
          </a:p>
        </p:txBody>
      </p:sp>
      <p:sp>
        <p:nvSpPr>
          <p:cNvPr id="989" name="Google Shape;989;p32"/>
          <p:cNvSpPr/>
          <p:nvPr/>
        </p:nvSpPr>
        <p:spPr>
          <a:xfrm>
            <a:off x="3625867" y="424594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90" name="Google Shape;990;p32"/>
          <p:cNvSpPr/>
          <p:nvPr/>
        </p:nvSpPr>
        <p:spPr>
          <a:xfrm>
            <a:off x="4309898" y="4244361"/>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91" name="Google Shape;991;p32"/>
          <p:cNvSpPr/>
          <p:nvPr/>
        </p:nvSpPr>
        <p:spPr>
          <a:xfrm>
            <a:off x="5138355" y="4236417"/>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92" name="Google Shape;992;p32"/>
          <p:cNvSpPr txBox="1"/>
          <p:nvPr/>
        </p:nvSpPr>
        <p:spPr>
          <a:xfrm>
            <a:off x="3914715" y="420149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4</a:t>
            </a:r>
            <a:endParaRPr/>
          </a:p>
        </p:txBody>
      </p:sp>
      <p:sp>
        <p:nvSpPr>
          <p:cNvPr id="993" name="Google Shape;993;p32"/>
          <p:cNvSpPr txBox="1"/>
          <p:nvPr/>
        </p:nvSpPr>
        <p:spPr>
          <a:xfrm>
            <a:off x="4503521" y="435389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11</a:t>
            </a:r>
            <a:endParaRPr/>
          </a:p>
        </p:txBody>
      </p:sp>
      <p:sp>
        <p:nvSpPr>
          <p:cNvPr id="994" name="Google Shape;994;p32"/>
          <p:cNvSpPr txBox="1"/>
          <p:nvPr/>
        </p:nvSpPr>
        <p:spPr>
          <a:xfrm>
            <a:off x="5433555" y="4174508"/>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5</a:t>
            </a:r>
            <a:endParaRPr/>
          </a:p>
        </p:txBody>
      </p:sp>
      <p:sp>
        <p:nvSpPr>
          <p:cNvPr id="995" name="Google Shape;995;p32"/>
          <p:cNvSpPr/>
          <p:nvPr/>
        </p:nvSpPr>
        <p:spPr>
          <a:xfrm>
            <a:off x="4182931" y="3768109"/>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96" name="Google Shape;996;p32"/>
          <p:cNvSpPr/>
          <p:nvPr/>
        </p:nvSpPr>
        <p:spPr>
          <a:xfrm>
            <a:off x="3625867" y="4245943"/>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97" name="Google Shape;997;p32"/>
          <p:cNvSpPr/>
          <p:nvPr/>
        </p:nvSpPr>
        <p:spPr>
          <a:xfrm>
            <a:off x="3606822" y="479204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98" name="Google Shape;998;p32"/>
          <p:cNvSpPr/>
          <p:nvPr/>
        </p:nvSpPr>
        <p:spPr>
          <a:xfrm>
            <a:off x="3608404" y="4792043"/>
            <a:ext cx="290436"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999" name="Google Shape;999;p32"/>
          <p:cNvSpPr/>
          <p:nvPr/>
        </p:nvSpPr>
        <p:spPr>
          <a:xfrm>
            <a:off x="5136774" y="4238009"/>
            <a:ext cx="290437"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00" name="Google Shape;1000;p32"/>
          <p:cNvSpPr/>
          <p:nvPr/>
        </p:nvSpPr>
        <p:spPr>
          <a:xfrm>
            <a:off x="4786021" y="4765061"/>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01" name="Google Shape;1001;p32"/>
          <p:cNvSpPr/>
          <p:nvPr/>
        </p:nvSpPr>
        <p:spPr>
          <a:xfrm>
            <a:off x="5462121" y="4772993"/>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02" name="Google Shape;1002;p32"/>
          <p:cNvSpPr txBox="1"/>
          <p:nvPr/>
        </p:nvSpPr>
        <p:spPr>
          <a:xfrm>
            <a:off x="5736688" y="470949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7</a:t>
            </a:r>
            <a:endParaRPr/>
          </a:p>
        </p:txBody>
      </p:sp>
      <p:sp>
        <p:nvSpPr>
          <p:cNvPr id="1003" name="Google Shape;1003;p32"/>
          <p:cNvSpPr txBox="1"/>
          <p:nvPr/>
        </p:nvSpPr>
        <p:spPr>
          <a:xfrm>
            <a:off x="5035195" y="4715845"/>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13</a:t>
            </a:r>
            <a:endParaRPr/>
          </a:p>
        </p:txBody>
      </p:sp>
      <p:sp>
        <p:nvSpPr>
          <p:cNvPr id="1004" name="Google Shape;1004;p32"/>
          <p:cNvSpPr/>
          <p:nvPr/>
        </p:nvSpPr>
        <p:spPr>
          <a:xfrm>
            <a:off x="5463712" y="4774585"/>
            <a:ext cx="290437"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05" name="Google Shape;1005;p32"/>
          <p:cNvSpPr/>
          <p:nvPr/>
        </p:nvSpPr>
        <p:spPr>
          <a:xfrm>
            <a:off x="5460539" y="5300043"/>
            <a:ext cx="290437"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06" name="Google Shape;1006;p32"/>
          <p:cNvSpPr txBox="1"/>
          <p:nvPr/>
        </p:nvSpPr>
        <p:spPr>
          <a:xfrm>
            <a:off x="5725579" y="5244484"/>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8</a:t>
            </a:r>
            <a:endParaRPr/>
          </a:p>
        </p:txBody>
      </p:sp>
      <p:sp>
        <p:nvSpPr>
          <p:cNvPr id="1007" name="Google Shape;1007;p32"/>
          <p:cNvSpPr/>
          <p:nvPr/>
        </p:nvSpPr>
        <p:spPr>
          <a:xfrm>
            <a:off x="5462121" y="5301636"/>
            <a:ext cx="290436" cy="265113"/>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08" name="Google Shape;1008;p32"/>
          <p:cNvSpPr/>
          <p:nvPr/>
        </p:nvSpPr>
        <p:spPr>
          <a:xfrm>
            <a:off x="5723995" y="5828685"/>
            <a:ext cx="290437"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09" name="Google Shape;1009;p32"/>
          <p:cNvSpPr txBox="1"/>
          <p:nvPr/>
        </p:nvSpPr>
        <p:spPr>
          <a:xfrm>
            <a:off x="5990622" y="5771532"/>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10</a:t>
            </a:r>
            <a:endParaRPr/>
          </a:p>
        </p:txBody>
      </p:sp>
      <p:sp>
        <p:nvSpPr>
          <p:cNvPr id="1010" name="Google Shape;1010;p32"/>
          <p:cNvSpPr txBox="1"/>
          <p:nvPr/>
        </p:nvSpPr>
        <p:spPr>
          <a:xfrm>
            <a:off x="4830460" y="5771532"/>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11</a:t>
            </a:r>
            <a:endParaRPr/>
          </a:p>
        </p:txBody>
      </p:sp>
      <p:sp>
        <p:nvSpPr>
          <p:cNvPr id="1011" name="Google Shape;1011;p32"/>
          <p:cNvSpPr/>
          <p:nvPr/>
        </p:nvSpPr>
        <p:spPr>
          <a:xfrm>
            <a:off x="5209779" y="5809636"/>
            <a:ext cx="290437"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12" name="Google Shape;1012;p32"/>
          <p:cNvSpPr/>
          <p:nvPr/>
        </p:nvSpPr>
        <p:spPr>
          <a:xfrm>
            <a:off x="6971446" y="3703017"/>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13" name="Google Shape;1013;p32"/>
          <p:cNvSpPr/>
          <p:nvPr/>
        </p:nvSpPr>
        <p:spPr>
          <a:xfrm>
            <a:off x="7303142" y="4231661"/>
            <a:ext cx="290436" cy="26511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14" name="Google Shape;1014;p32"/>
          <p:cNvSpPr/>
          <p:nvPr/>
        </p:nvSpPr>
        <p:spPr>
          <a:xfrm>
            <a:off x="6601649" y="4230067"/>
            <a:ext cx="290436" cy="26511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15" name="Google Shape;1015;p32"/>
          <p:cNvSpPr txBox="1"/>
          <p:nvPr/>
        </p:nvSpPr>
        <p:spPr>
          <a:xfrm>
            <a:off x="6836538" y="4174508"/>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17</a:t>
            </a:r>
            <a:endParaRPr/>
          </a:p>
        </p:txBody>
      </p:sp>
      <p:sp>
        <p:nvSpPr>
          <p:cNvPr id="1016" name="Google Shape;1016;p32"/>
          <p:cNvSpPr txBox="1"/>
          <p:nvPr/>
        </p:nvSpPr>
        <p:spPr>
          <a:xfrm>
            <a:off x="7552315" y="416339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11</a:t>
            </a:r>
            <a:endParaRPr/>
          </a:p>
        </p:txBody>
      </p:sp>
      <p:sp>
        <p:nvSpPr>
          <p:cNvPr id="1017" name="Google Shape;1017;p32"/>
          <p:cNvSpPr/>
          <p:nvPr/>
        </p:nvSpPr>
        <p:spPr>
          <a:xfrm>
            <a:off x="5723995" y="5830267"/>
            <a:ext cx="290437" cy="265112"/>
          </a:xfrm>
          <a:prstGeom prst="ellipse">
            <a:avLst/>
          </a:prstGeom>
          <a:solidFill>
            <a:srgbClr val="FF3300">
              <a:alpha val="20000"/>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18" name="Google Shape;1018;p32"/>
          <p:cNvSpPr txBox="1"/>
          <p:nvPr/>
        </p:nvSpPr>
        <p:spPr>
          <a:xfrm>
            <a:off x="6898437" y="3199784"/>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0</a:t>
            </a:r>
            <a:endParaRPr/>
          </a:p>
        </p:txBody>
      </p:sp>
      <p:sp>
        <p:nvSpPr>
          <p:cNvPr id="1019" name="Google Shape;1019;p32"/>
          <p:cNvSpPr txBox="1"/>
          <p:nvPr/>
        </p:nvSpPr>
        <p:spPr>
          <a:xfrm>
            <a:off x="3903602" y="4714257"/>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6</a:t>
            </a:r>
            <a:endParaRPr/>
          </a:p>
        </p:txBody>
      </p:sp>
      <p:sp>
        <p:nvSpPr>
          <p:cNvPr id="1020" name="Google Shape;1020;p32"/>
          <p:cNvSpPr/>
          <p:nvPr/>
        </p:nvSpPr>
        <p:spPr>
          <a:xfrm>
            <a:off x="2259382" y="3460129"/>
            <a:ext cx="396772" cy="2986088"/>
          </a:xfrm>
          <a:prstGeom prst="leftBrace">
            <a:avLst>
              <a:gd fmla="val 62700"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021" name="Google Shape;1021;p32"/>
          <p:cNvSpPr txBox="1"/>
          <p:nvPr/>
        </p:nvSpPr>
        <p:spPr>
          <a:xfrm>
            <a:off x="1264277" y="4674571"/>
            <a:ext cx="1158573" cy="64632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Cost contours</a:t>
            </a:r>
            <a:endParaRPr/>
          </a:p>
        </p:txBody>
      </p:sp>
      <p:grpSp>
        <p:nvGrpSpPr>
          <p:cNvPr id="1022" name="Google Shape;1022;p32"/>
          <p:cNvGrpSpPr/>
          <p:nvPr/>
        </p:nvGrpSpPr>
        <p:grpSpPr>
          <a:xfrm>
            <a:off x="4920925" y="697114"/>
            <a:ext cx="3815361" cy="2427086"/>
            <a:chOff x="4920925" y="1066184"/>
            <a:chExt cx="3521745" cy="1970502"/>
          </a:xfrm>
        </p:grpSpPr>
        <p:grpSp>
          <p:nvGrpSpPr>
            <p:cNvPr id="1023" name="Google Shape;1023;p32"/>
            <p:cNvGrpSpPr/>
            <p:nvPr/>
          </p:nvGrpSpPr>
          <p:grpSpPr>
            <a:xfrm>
              <a:off x="4920925" y="1116984"/>
              <a:ext cx="3204328" cy="1768475"/>
              <a:chOff x="816" y="1056"/>
              <a:chExt cx="4176" cy="2304"/>
            </a:xfrm>
          </p:grpSpPr>
          <p:grpSp>
            <p:nvGrpSpPr>
              <p:cNvPr id="1024" name="Google Shape;1024;p32"/>
              <p:cNvGrpSpPr/>
              <p:nvPr/>
            </p:nvGrpSpPr>
            <p:grpSpPr>
              <a:xfrm>
                <a:off x="816" y="1056"/>
                <a:ext cx="4176" cy="2304"/>
                <a:chOff x="336" y="576"/>
                <a:chExt cx="4848" cy="2784"/>
              </a:xfrm>
            </p:grpSpPr>
            <p:sp>
              <p:nvSpPr>
                <p:cNvPr id="1025" name="Google Shape;1025;p32"/>
                <p:cNvSpPr/>
                <p:nvPr/>
              </p:nvSpPr>
              <p:spPr>
                <a:xfrm>
                  <a:off x="336" y="2208"/>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S</a:t>
                  </a:r>
                  <a:endParaRPr/>
                </a:p>
              </p:txBody>
            </p:sp>
            <p:sp>
              <p:nvSpPr>
                <p:cNvPr id="1026" name="Google Shape;1026;p32"/>
                <p:cNvSpPr/>
                <p:nvPr/>
              </p:nvSpPr>
              <p:spPr>
                <a:xfrm>
                  <a:off x="4704" y="57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G</a:t>
                  </a:r>
                  <a:endParaRPr/>
                </a:p>
              </p:txBody>
            </p:sp>
            <p:sp>
              <p:nvSpPr>
                <p:cNvPr id="1027" name="Google Shape;1027;p32"/>
                <p:cNvSpPr/>
                <p:nvPr/>
              </p:nvSpPr>
              <p:spPr>
                <a:xfrm>
                  <a:off x="1728" y="177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d</a:t>
                  </a:r>
                  <a:endParaRPr/>
                </a:p>
              </p:txBody>
            </p:sp>
            <p:sp>
              <p:nvSpPr>
                <p:cNvPr id="1028" name="Google Shape;1028;p32"/>
                <p:cNvSpPr/>
                <p:nvPr/>
              </p:nvSpPr>
              <p:spPr>
                <a:xfrm>
                  <a:off x="720" y="105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b</a:t>
                  </a:r>
                  <a:endParaRPr/>
                </a:p>
              </p:txBody>
            </p:sp>
            <p:sp>
              <p:nvSpPr>
                <p:cNvPr id="1029" name="Google Shape;1029;p32"/>
                <p:cNvSpPr/>
                <p:nvPr/>
              </p:nvSpPr>
              <p:spPr>
                <a:xfrm>
                  <a:off x="1200" y="273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p</a:t>
                  </a:r>
                  <a:endParaRPr/>
                </a:p>
              </p:txBody>
            </p:sp>
            <p:sp>
              <p:nvSpPr>
                <p:cNvPr id="1030" name="Google Shape;1030;p32"/>
                <p:cNvSpPr/>
                <p:nvPr/>
              </p:nvSpPr>
              <p:spPr>
                <a:xfrm>
                  <a:off x="2352" y="2880"/>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q</a:t>
                  </a:r>
                  <a:endParaRPr/>
                </a:p>
              </p:txBody>
            </p:sp>
            <p:sp>
              <p:nvSpPr>
                <p:cNvPr id="1031" name="Google Shape;1031;p32"/>
                <p:cNvSpPr/>
                <p:nvPr/>
              </p:nvSpPr>
              <p:spPr>
                <a:xfrm>
                  <a:off x="2880" y="1008"/>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c</a:t>
                  </a:r>
                  <a:endParaRPr/>
                </a:p>
              </p:txBody>
            </p:sp>
            <p:sp>
              <p:nvSpPr>
                <p:cNvPr id="1032" name="Google Shape;1032;p32"/>
                <p:cNvSpPr/>
                <p:nvPr/>
              </p:nvSpPr>
              <p:spPr>
                <a:xfrm>
                  <a:off x="3552" y="1584"/>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e</a:t>
                  </a:r>
                  <a:endParaRPr/>
                </a:p>
              </p:txBody>
            </p:sp>
            <p:sp>
              <p:nvSpPr>
                <p:cNvPr id="1033" name="Google Shape;1033;p32"/>
                <p:cNvSpPr/>
                <p:nvPr/>
              </p:nvSpPr>
              <p:spPr>
                <a:xfrm>
                  <a:off x="3168" y="225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h</a:t>
                  </a:r>
                  <a:endParaRPr/>
                </a:p>
              </p:txBody>
            </p:sp>
            <p:sp>
              <p:nvSpPr>
                <p:cNvPr id="1034" name="Google Shape;1034;p32"/>
                <p:cNvSpPr/>
                <p:nvPr/>
              </p:nvSpPr>
              <p:spPr>
                <a:xfrm>
                  <a:off x="1584" y="624"/>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a</a:t>
                  </a:r>
                  <a:endParaRPr/>
                </a:p>
              </p:txBody>
            </p:sp>
            <p:sp>
              <p:nvSpPr>
                <p:cNvPr id="1035" name="Google Shape;1035;p32"/>
                <p:cNvSpPr/>
                <p:nvPr/>
              </p:nvSpPr>
              <p:spPr>
                <a:xfrm>
                  <a:off x="4560" y="1872"/>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f</a:t>
                  </a:r>
                  <a:endParaRPr/>
                </a:p>
              </p:txBody>
            </p:sp>
            <p:sp>
              <p:nvSpPr>
                <p:cNvPr id="1036" name="Google Shape;1036;p32"/>
                <p:cNvSpPr/>
                <p:nvPr/>
              </p:nvSpPr>
              <p:spPr>
                <a:xfrm>
                  <a:off x="4368" y="2736"/>
                  <a:ext cx="480" cy="480"/>
                </a:xfrm>
                <a:prstGeom prst="flowChartConnec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r</a:t>
                  </a:r>
                  <a:endParaRPr/>
                </a:p>
              </p:txBody>
            </p:sp>
            <p:cxnSp>
              <p:nvCxnSpPr>
                <p:cNvPr id="1037" name="Google Shape;1037;p32"/>
                <p:cNvCxnSpPr>
                  <a:stCxn id="1025" idx="5"/>
                  <a:endCxn id="1029" idx="2"/>
                </p:cNvCxnSpPr>
                <p:nvPr/>
              </p:nvCxnSpPr>
              <p:spPr>
                <a:xfrm>
                  <a:off x="746" y="2618"/>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1038" name="Google Shape;1038;p32"/>
                <p:cNvCxnSpPr>
                  <a:stCxn id="1029" idx="5"/>
                  <a:endCxn id="1030" idx="2"/>
                </p:cNvCxnSpPr>
                <p:nvPr/>
              </p:nvCxnSpPr>
              <p:spPr>
                <a:xfrm>
                  <a:off x="1610" y="3146"/>
                  <a:ext cx="600" cy="0"/>
                </a:xfrm>
                <a:prstGeom prst="straightConnector1">
                  <a:avLst/>
                </a:prstGeom>
                <a:noFill/>
                <a:ln cap="flat" cmpd="sng" w="9525">
                  <a:solidFill>
                    <a:schemeClr val="dk1"/>
                  </a:solidFill>
                  <a:prstDash val="solid"/>
                  <a:round/>
                  <a:headEnd len="med" w="med" type="none"/>
                  <a:tailEnd len="med" w="med" type="triangle"/>
                </a:ln>
              </p:spPr>
            </p:cxnSp>
            <p:cxnSp>
              <p:nvCxnSpPr>
                <p:cNvPr id="1039" name="Google Shape;1039;p32"/>
                <p:cNvCxnSpPr>
                  <a:stCxn id="1033" idx="3"/>
                  <a:endCxn id="1030" idx="7"/>
                </p:cNvCxnSpPr>
                <p:nvPr/>
              </p:nvCxnSpPr>
              <p:spPr>
                <a:xfrm flipH="1">
                  <a:off x="2638" y="2666"/>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1040" name="Google Shape;1040;p32"/>
                <p:cNvCxnSpPr>
                  <a:stCxn id="1033" idx="2"/>
                  <a:endCxn id="1029" idx="6"/>
                </p:cNvCxnSpPr>
                <p:nvPr/>
              </p:nvCxnSpPr>
              <p:spPr>
                <a:xfrm flipH="1">
                  <a:off x="1668" y="2496"/>
                  <a:ext cx="1500" cy="600"/>
                </a:xfrm>
                <a:prstGeom prst="straightConnector1">
                  <a:avLst/>
                </a:prstGeom>
                <a:noFill/>
                <a:ln cap="flat" cmpd="sng" w="9525">
                  <a:solidFill>
                    <a:schemeClr val="dk1"/>
                  </a:solidFill>
                  <a:prstDash val="solid"/>
                  <a:round/>
                  <a:headEnd len="med" w="med" type="none"/>
                  <a:tailEnd len="med" w="med" type="triangle"/>
                </a:ln>
              </p:spPr>
            </p:cxnSp>
            <p:cxnSp>
              <p:nvCxnSpPr>
                <p:cNvPr id="1041" name="Google Shape;1041;p32"/>
                <p:cNvCxnSpPr>
                  <a:stCxn id="1032" idx="4"/>
                  <a:endCxn id="1033" idx="7"/>
                </p:cNvCxnSpPr>
                <p:nvPr/>
              </p:nvCxnSpPr>
              <p:spPr>
                <a:xfrm flipH="1">
                  <a:off x="3492" y="2064"/>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1042" name="Google Shape;1042;p32"/>
                <p:cNvCxnSpPr>
                  <a:stCxn id="1032" idx="5"/>
                  <a:endCxn id="1036" idx="1"/>
                </p:cNvCxnSpPr>
                <p:nvPr/>
              </p:nvCxnSpPr>
              <p:spPr>
                <a:xfrm>
                  <a:off x="3962" y="1994"/>
                  <a:ext cx="600" cy="900"/>
                </a:xfrm>
                <a:prstGeom prst="straightConnector1">
                  <a:avLst/>
                </a:prstGeom>
                <a:noFill/>
                <a:ln cap="flat" cmpd="sng" w="9525">
                  <a:solidFill>
                    <a:schemeClr val="dk1"/>
                  </a:solidFill>
                  <a:prstDash val="solid"/>
                  <a:round/>
                  <a:headEnd len="med" w="med" type="none"/>
                  <a:tailEnd len="med" w="med" type="triangle"/>
                </a:ln>
              </p:spPr>
            </p:cxnSp>
            <p:cxnSp>
              <p:nvCxnSpPr>
                <p:cNvPr id="1043" name="Google Shape;1043;p32"/>
                <p:cNvCxnSpPr>
                  <a:stCxn id="1036" idx="0"/>
                  <a:endCxn id="1035" idx="4"/>
                </p:cNvCxnSpPr>
                <p:nvPr/>
              </p:nvCxnSpPr>
              <p:spPr>
                <a:xfrm flipH="1" rot="10800000">
                  <a:off x="4608" y="2436"/>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1044" name="Google Shape;1044;p32"/>
                <p:cNvCxnSpPr>
                  <a:stCxn id="1035" idx="0"/>
                  <a:endCxn id="1026" idx="4"/>
                </p:cNvCxnSpPr>
                <p:nvPr/>
              </p:nvCxnSpPr>
              <p:spPr>
                <a:xfrm rot="10800000">
                  <a:off x="4800" y="972"/>
                  <a:ext cx="0" cy="900"/>
                </a:xfrm>
                <a:prstGeom prst="straightConnector1">
                  <a:avLst/>
                </a:prstGeom>
                <a:noFill/>
                <a:ln cap="flat" cmpd="sng" w="9525">
                  <a:solidFill>
                    <a:schemeClr val="dk1"/>
                  </a:solidFill>
                  <a:prstDash val="solid"/>
                  <a:round/>
                  <a:headEnd len="med" w="med" type="none"/>
                  <a:tailEnd len="med" w="med" type="triangle"/>
                </a:ln>
              </p:spPr>
            </p:cxnSp>
            <p:cxnSp>
              <p:nvCxnSpPr>
                <p:cNvPr id="1045" name="Google Shape;1045;p32"/>
                <p:cNvCxnSpPr>
                  <a:stCxn id="1025" idx="7"/>
                </p:cNvCxnSpPr>
                <p:nvPr/>
              </p:nvCxnSpPr>
              <p:spPr>
                <a:xfrm flipH="1" rot="10800000">
                  <a:off x="746" y="1978"/>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1046" name="Google Shape;1046;p32"/>
                <p:cNvCxnSpPr>
                  <a:stCxn id="1027" idx="1"/>
                  <a:endCxn id="1028" idx="5"/>
                </p:cNvCxnSpPr>
                <p:nvPr/>
              </p:nvCxnSpPr>
              <p:spPr>
                <a:xfrm rot="10800000">
                  <a:off x="1198" y="1546"/>
                  <a:ext cx="600" cy="300"/>
                </a:xfrm>
                <a:prstGeom prst="straightConnector1">
                  <a:avLst/>
                </a:prstGeom>
                <a:noFill/>
                <a:ln cap="flat" cmpd="sng" w="9525">
                  <a:solidFill>
                    <a:schemeClr val="dk1"/>
                  </a:solidFill>
                  <a:prstDash val="solid"/>
                  <a:round/>
                  <a:headEnd len="med" w="med" type="none"/>
                  <a:tailEnd len="med" w="med" type="triangle"/>
                </a:ln>
              </p:spPr>
            </p:cxnSp>
            <p:cxnSp>
              <p:nvCxnSpPr>
                <p:cNvPr id="1047" name="Google Shape;1047;p32"/>
                <p:cNvCxnSpPr>
                  <a:endCxn id="1034" idx="2"/>
                </p:cNvCxnSpPr>
                <p:nvPr/>
              </p:nvCxnSpPr>
              <p:spPr>
                <a:xfrm flipH="1" rot="10800000">
                  <a:off x="1284" y="864"/>
                  <a:ext cx="300" cy="300"/>
                </a:xfrm>
                <a:prstGeom prst="straightConnector1">
                  <a:avLst/>
                </a:prstGeom>
                <a:noFill/>
                <a:ln cap="flat" cmpd="sng" w="9525">
                  <a:solidFill>
                    <a:schemeClr val="dk1"/>
                  </a:solidFill>
                  <a:prstDash val="solid"/>
                  <a:round/>
                  <a:headEnd len="med" w="med" type="none"/>
                  <a:tailEnd len="med" w="med" type="triangle"/>
                </a:ln>
              </p:spPr>
            </p:cxnSp>
            <p:cxnSp>
              <p:nvCxnSpPr>
                <p:cNvPr id="1048" name="Google Shape;1048;p32"/>
                <p:cNvCxnSpPr>
                  <a:stCxn id="1031" idx="2"/>
                  <a:endCxn id="1034" idx="6"/>
                </p:cNvCxnSpPr>
                <p:nvPr/>
              </p:nvCxnSpPr>
              <p:spPr>
                <a:xfrm rot="10800000">
                  <a:off x="1980" y="948"/>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1049" name="Google Shape;1049;p32"/>
                <p:cNvCxnSpPr>
                  <a:stCxn id="1027" idx="7"/>
                  <a:endCxn id="1031" idx="3"/>
                </p:cNvCxnSpPr>
                <p:nvPr/>
              </p:nvCxnSpPr>
              <p:spPr>
                <a:xfrm flipH="1" rot="10800000">
                  <a:off x="2138" y="1546"/>
                  <a:ext cx="900" cy="300"/>
                </a:xfrm>
                <a:prstGeom prst="straightConnector1">
                  <a:avLst/>
                </a:prstGeom>
                <a:noFill/>
                <a:ln cap="flat" cmpd="sng" w="9525">
                  <a:solidFill>
                    <a:schemeClr val="dk1"/>
                  </a:solidFill>
                  <a:prstDash val="solid"/>
                  <a:round/>
                  <a:headEnd len="med" w="med" type="none"/>
                  <a:tailEnd len="med" w="med" type="triangle"/>
                </a:ln>
              </p:spPr>
            </p:cxnSp>
            <p:cxnSp>
              <p:nvCxnSpPr>
                <p:cNvPr id="1050" name="Google Shape;1050;p32"/>
                <p:cNvCxnSpPr>
                  <a:stCxn id="1027" idx="6"/>
                  <a:endCxn id="1032" idx="2"/>
                </p:cNvCxnSpPr>
                <p:nvPr/>
              </p:nvCxnSpPr>
              <p:spPr>
                <a:xfrm flipH="1" rot="10800000">
                  <a:off x="2208" y="1716"/>
                  <a:ext cx="1200" cy="300"/>
                </a:xfrm>
                <a:prstGeom prst="straightConnector1">
                  <a:avLst/>
                </a:prstGeom>
                <a:noFill/>
                <a:ln cap="flat" cmpd="sng" w="9525">
                  <a:solidFill>
                    <a:schemeClr val="dk1"/>
                  </a:solidFill>
                  <a:prstDash val="solid"/>
                  <a:round/>
                  <a:headEnd len="med" w="med" type="none"/>
                  <a:tailEnd len="med" w="med" type="triangle"/>
                </a:ln>
              </p:spPr>
            </p:cxnSp>
            <p:cxnSp>
              <p:nvCxnSpPr>
                <p:cNvPr id="1051" name="Google Shape;1051;p32"/>
                <p:cNvCxnSpPr>
                  <a:stCxn id="1035" idx="1"/>
                  <a:endCxn id="1031" idx="6"/>
                </p:cNvCxnSpPr>
                <p:nvPr/>
              </p:nvCxnSpPr>
              <p:spPr>
                <a:xfrm flipH="1" rot="5400000">
                  <a:off x="3730" y="1042"/>
                  <a:ext cx="600" cy="1200"/>
                </a:xfrm>
                <a:prstGeom prst="curvedConnector2">
                  <a:avLst/>
                </a:prstGeom>
                <a:noFill/>
                <a:ln cap="flat" cmpd="sng" w="9525">
                  <a:solidFill>
                    <a:schemeClr val="dk1"/>
                  </a:solidFill>
                  <a:prstDash val="solid"/>
                  <a:round/>
                  <a:headEnd len="med" w="med" type="none"/>
                  <a:tailEnd len="med" w="med" type="triangle"/>
                </a:ln>
              </p:spPr>
            </p:cxnSp>
            <p:cxnSp>
              <p:nvCxnSpPr>
                <p:cNvPr id="1052" name="Google Shape;1052;p32"/>
                <p:cNvCxnSpPr>
                  <a:stCxn id="1025" idx="6"/>
                  <a:endCxn id="1032" idx="3"/>
                </p:cNvCxnSpPr>
                <p:nvPr/>
              </p:nvCxnSpPr>
              <p:spPr>
                <a:xfrm flipH="1" rot="10800000">
                  <a:off x="816" y="1848"/>
                  <a:ext cx="2700" cy="600"/>
                </a:xfrm>
                <a:prstGeom prst="curvedConnector2">
                  <a:avLst/>
                </a:prstGeom>
                <a:noFill/>
                <a:ln cap="flat" cmpd="sng" w="9525">
                  <a:solidFill>
                    <a:schemeClr val="dk1"/>
                  </a:solidFill>
                  <a:prstDash val="solid"/>
                  <a:round/>
                  <a:headEnd len="med" w="med" type="none"/>
                  <a:tailEnd len="med" w="med" type="triangle"/>
                </a:ln>
              </p:spPr>
            </p:cxnSp>
          </p:grpSp>
          <p:cxnSp>
            <p:nvCxnSpPr>
              <p:cNvPr id="1053" name="Google Shape;1053;p32"/>
              <p:cNvCxnSpPr>
                <a:stCxn id="1030" idx="6"/>
                <a:endCxn id="1036" idx="2"/>
              </p:cNvCxnSpPr>
              <p:nvPr/>
            </p:nvCxnSpPr>
            <p:spPr>
              <a:xfrm>
                <a:off x="2966" y="3161"/>
                <a:ext cx="1200" cy="0"/>
              </a:xfrm>
              <a:prstGeom prst="straightConnector1">
                <a:avLst/>
              </a:prstGeom>
              <a:noFill/>
              <a:ln cap="flat" cmpd="sng" w="9525">
                <a:solidFill>
                  <a:schemeClr val="lt1"/>
                </a:solidFill>
                <a:prstDash val="solid"/>
                <a:round/>
                <a:headEnd len="med" w="med" type="none"/>
                <a:tailEnd len="med" w="med" type="triangle"/>
              </a:ln>
            </p:spPr>
          </p:cxnSp>
        </p:grpSp>
        <p:sp>
          <p:nvSpPr>
            <p:cNvPr id="1054" name="Google Shape;1054;p32"/>
            <p:cNvSpPr txBox="1"/>
            <p:nvPr/>
          </p:nvSpPr>
          <p:spPr>
            <a:xfrm>
              <a:off x="5233579" y="182183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3</a:t>
              </a:r>
              <a:endParaRPr/>
            </a:p>
          </p:txBody>
        </p:sp>
        <p:sp>
          <p:nvSpPr>
            <p:cNvPr id="1055" name="Google Shape;1055;p32"/>
            <p:cNvSpPr txBox="1"/>
            <p:nvPr/>
          </p:nvSpPr>
          <p:spPr>
            <a:xfrm>
              <a:off x="6227096" y="1975821"/>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9</a:t>
              </a:r>
              <a:endParaRPr/>
            </a:p>
          </p:txBody>
        </p:sp>
        <p:sp>
          <p:nvSpPr>
            <p:cNvPr id="1056" name="Google Shape;1056;p32"/>
            <p:cNvSpPr txBox="1"/>
            <p:nvPr/>
          </p:nvSpPr>
          <p:spPr>
            <a:xfrm>
              <a:off x="5084394" y="246953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a:t>
              </a:r>
              <a:endParaRPr/>
            </a:p>
          </p:txBody>
        </p:sp>
        <p:sp>
          <p:nvSpPr>
            <p:cNvPr id="1057" name="Google Shape;1057;p32"/>
            <p:cNvSpPr txBox="1"/>
            <p:nvPr/>
          </p:nvSpPr>
          <p:spPr>
            <a:xfrm>
              <a:off x="5573215" y="150433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a:t>
              </a:r>
              <a:endParaRPr/>
            </a:p>
          </p:txBody>
        </p:sp>
        <p:sp>
          <p:nvSpPr>
            <p:cNvPr id="1058" name="Google Shape;1058;p32"/>
            <p:cNvSpPr txBox="1"/>
            <p:nvPr/>
          </p:nvSpPr>
          <p:spPr>
            <a:xfrm>
              <a:off x="5384352" y="1066184"/>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2</a:t>
              </a:r>
              <a:endParaRPr/>
            </a:p>
          </p:txBody>
        </p:sp>
        <p:sp>
          <p:nvSpPr>
            <p:cNvPr id="1059" name="Google Shape;1059;p32"/>
            <p:cNvSpPr txBox="1"/>
            <p:nvPr/>
          </p:nvSpPr>
          <p:spPr>
            <a:xfrm>
              <a:off x="6101717" y="1486872"/>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8</a:t>
              </a:r>
              <a:endParaRPr/>
            </a:p>
          </p:txBody>
        </p:sp>
        <p:sp>
          <p:nvSpPr>
            <p:cNvPr id="1060" name="Google Shape;1060;p32"/>
            <p:cNvSpPr txBox="1"/>
            <p:nvPr/>
          </p:nvSpPr>
          <p:spPr>
            <a:xfrm>
              <a:off x="7031751" y="2099648"/>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8</a:t>
              </a:r>
              <a:endParaRPr/>
            </a:p>
          </p:txBody>
        </p:sp>
        <p:sp>
          <p:nvSpPr>
            <p:cNvPr id="1061" name="Google Shape;1061;p32"/>
            <p:cNvSpPr txBox="1"/>
            <p:nvPr/>
          </p:nvSpPr>
          <p:spPr>
            <a:xfrm>
              <a:off x="7361861" y="1972648"/>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2</a:t>
              </a:r>
              <a:endParaRPr/>
            </a:p>
          </p:txBody>
        </p:sp>
        <p:sp>
          <p:nvSpPr>
            <p:cNvPr id="1062" name="Google Shape;1062;p32"/>
            <p:cNvSpPr txBox="1"/>
            <p:nvPr/>
          </p:nvSpPr>
          <p:spPr>
            <a:xfrm>
              <a:off x="5816043" y="269813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15</a:t>
              </a:r>
              <a:endParaRPr/>
            </a:p>
          </p:txBody>
        </p:sp>
        <p:sp>
          <p:nvSpPr>
            <p:cNvPr id="1063" name="Google Shape;1063;p32"/>
            <p:cNvSpPr txBox="1"/>
            <p:nvPr/>
          </p:nvSpPr>
          <p:spPr>
            <a:xfrm>
              <a:off x="7888776" y="2218709"/>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a:t>
              </a:r>
              <a:endParaRPr/>
            </a:p>
          </p:txBody>
        </p:sp>
        <p:sp>
          <p:nvSpPr>
            <p:cNvPr id="1064" name="Google Shape;1064;p32"/>
            <p:cNvSpPr txBox="1"/>
            <p:nvPr/>
          </p:nvSpPr>
          <p:spPr>
            <a:xfrm>
              <a:off x="7904647" y="1567836"/>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2</a:t>
              </a:r>
              <a:endParaRPr/>
            </a:p>
          </p:txBody>
        </p:sp>
        <p:sp>
          <p:nvSpPr>
            <p:cNvPr id="1065" name="Google Shape;1065;p32"/>
            <p:cNvSpPr txBox="1"/>
            <p:nvPr/>
          </p:nvSpPr>
          <p:spPr>
            <a:xfrm>
              <a:off x="6482618" y="1674197"/>
              <a:ext cx="538023" cy="338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2</a:t>
              </a:r>
              <a:endParaRPr/>
            </a:p>
          </p:txBody>
        </p:sp>
      </p:grpSp>
      <p:sp>
        <p:nvSpPr>
          <p:cNvPr id="1066" name="Google Shape;1066;p32"/>
          <p:cNvSpPr/>
          <p:nvPr/>
        </p:nvSpPr>
        <p:spPr>
          <a:xfrm>
            <a:off x="8280852" y="5846688"/>
            <a:ext cx="3671101" cy="553998"/>
          </a:xfrm>
          <a:prstGeom prst="rect">
            <a:avLst/>
          </a:prstGeom>
          <a:noFill/>
          <a:ln>
            <a:noFill/>
          </a:ln>
        </p:spPr>
        <p:txBody>
          <a:bodyPr anchorCtr="0" anchor="t" bIns="45700" lIns="91425" spcFirstLastPara="1" rIns="91425" wrap="square" tIns="45700">
            <a:spAutoFit/>
          </a:bodyPr>
          <a:lstStyle/>
          <a:p>
            <a:pPr indent="-233363" lvl="0" marL="233363" marR="0" rtl="0" algn="l">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Contours show equal cost.</a:t>
            </a:r>
            <a:endParaRPr sz="2000">
              <a:solidFill>
                <a:schemeClr val="dk1"/>
              </a:solidFill>
              <a:latin typeface="Arial"/>
              <a:ea typeface="Arial"/>
              <a:cs typeface="Arial"/>
              <a:sym typeface="Arial"/>
            </a:endParaRPr>
          </a:p>
        </p:txBody>
      </p:sp>
      <p:sp>
        <p:nvSpPr>
          <p:cNvPr id="1067" name="Google Shape;1067;p32"/>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068" name="Google Shape;1068;p32"/>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33"/>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Uniform Cost Search(UCS)</a:t>
            </a:r>
            <a:endParaRPr/>
          </a:p>
        </p:txBody>
      </p:sp>
      <p:pic>
        <p:nvPicPr>
          <p:cNvPr id="1074" name="Google Shape;1074;p33"/>
          <p:cNvPicPr preferRelativeResize="0"/>
          <p:nvPr/>
        </p:nvPicPr>
        <p:blipFill rotWithShape="1">
          <a:blip r:embed="rId3">
            <a:alphaModFix/>
          </a:blip>
          <a:srcRect b="5622" l="1747" r="8154" t="4787"/>
          <a:stretch/>
        </p:blipFill>
        <p:spPr>
          <a:xfrm>
            <a:off x="1751012" y="1016989"/>
            <a:ext cx="8915400" cy="4824021"/>
          </a:xfrm>
          <a:prstGeom prst="rect">
            <a:avLst/>
          </a:prstGeom>
          <a:noFill/>
          <a:ln>
            <a:noFill/>
          </a:ln>
        </p:spPr>
      </p:pic>
      <p:sp>
        <p:nvSpPr>
          <p:cNvPr id="1075" name="Google Shape;1075;p33"/>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076" name="Google Shape;1076;p33"/>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34"/>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Uniform Cost Search(UCS)</a:t>
            </a:r>
            <a:endParaRPr/>
          </a:p>
        </p:txBody>
      </p:sp>
      <p:sp>
        <p:nvSpPr>
          <p:cNvPr id="1084" name="Google Shape;1084;p34"/>
          <p:cNvSpPr txBox="1"/>
          <p:nvPr>
            <p:ph idx="1" type="body"/>
          </p:nvPr>
        </p:nvSpPr>
        <p:spPr>
          <a:xfrm>
            <a:off x="1065212" y="685800"/>
            <a:ext cx="9845351" cy="51992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953734"/>
              </a:buClr>
              <a:buSzPts val="2400"/>
              <a:buNone/>
            </a:pPr>
            <a:r>
              <a:rPr b="1" lang="en-US">
                <a:solidFill>
                  <a:srgbClr val="953734"/>
                </a:solidFill>
              </a:rPr>
              <a:t>Properties</a:t>
            </a:r>
            <a:endParaRPr b="1">
              <a:solidFill>
                <a:srgbClr val="953734"/>
              </a:solidFill>
            </a:endParaRPr>
          </a:p>
        </p:txBody>
      </p:sp>
      <p:sp>
        <p:nvSpPr>
          <p:cNvPr id="1085" name="Google Shape;1085;p34"/>
          <p:cNvSpPr/>
          <p:nvPr/>
        </p:nvSpPr>
        <p:spPr>
          <a:xfrm>
            <a:off x="9017758" y="3638458"/>
            <a:ext cx="1615654" cy="2381251"/>
          </a:xfrm>
          <a:custGeom>
            <a:rect b="b" l="l" r="r" t="t"/>
            <a:pathLst>
              <a:path extrusionOk="0" h="1500" w="1018">
                <a:moveTo>
                  <a:pt x="636" y="164"/>
                </a:moveTo>
                <a:cubicBezTo>
                  <a:pt x="714" y="273"/>
                  <a:pt x="995" y="706"/>
                  <a:pt x="1018" y="842"/>
                </a:cubicBezTo>
                <a:cubicBezTo>
                  <a:pt x="963" y="845"/>
                  <a:pt x="797" y="942"/>
                  <a:pt x="772" y="978"/>
                </a:cubicBezTo>
                <a:cubicBezTo>
                  <a:pt x="771" y="1024"/>
                  <a:pt x="817" y="1372"/>
                  <a:pt x="691" y="1446"/>
                </a:cubicBezTo>
                <a:cubicBezTo>
                  <a:pt x="662" y="1493"/>
                  <a:pt x="626" y="1495"/>
                  <a:pt x="573" y="1500"/>
                </a:cubicBezTo>
                <a:cubicBezTo>
                  <a:pt x="531" y="1490"/>
                  <a:pt x="524" y="1490"/>
                  <a:pt x="492" y="1468"/>
                </a:cubicBezTo>
                <a:cubicBezTo>
                  <a:pt x="474" y="1442"/>
                  <a:pt x="433" y="1401"/>
                  <a:pt x="406" y="1382"/>
                </a:cubicBezTo>
                <a:cubicBezTo>
                  <a:pt x="370" y="1332"/>
                  <a:pt x="390" y="1355"/>
                  <a:pt x="347" y="1312"/>
                </a:cubicBezTo>
                <a:cubicBezTo>
                  <a:pt x="276" y="1241"/>
                  <a:pt x="350" y="1294"/>
                  <a:pt x="304" y="1263"/>
                </a:cubicBezTo>
                <a:cubicBezTo>
                  <a:pt x="236" y="1164"/>
                  <a:pt x="115" y="1184"/>
                  <a:pt x="0" y="1181"/>
                </a:cubicBezTo>
                <a:cubicBezTo>
                  <a:pt x="46" y="1005"/>
                  <a:pt x="460" y="338"/>
                  <a:pt x="566" y="169"/>
                </a:cubicBezTo>
                <a:cubicBezTo>
                  <a:pt x="672" y="0"/>
                  <a:pt x="622" y="165"/>
                  <a:pt x="636" y="164"/>
                </a:cubicBez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6" name="Google Shape;1086;p34"/>
          <p:cNvSpPr/>
          <p:nvPr/>
        </p:nvSpPr>
        <p:spPr>
          <a:xfrm>
            <a:off x="9170117" y="3638459"/>
            <a:ext cx="1371243" cy="1904841"/>
          </a:xfrm>
          <a:custGeom>
            <a:rect b="b" l="l" r="r" t="t"/>
            <a:pathLst>
              <a:path extrusionOk="0" h="10000" w="10000">
                <a:moveTo>
                  <a:pt x="6248" y="1137"/>
                </a:moveTo>
                <a:cubicBezTo>
                  <a:pt x="7014" y="1893"/>
                  <a:pt x="9774" y="4895"/>
                  <a:pt x="10000" y="5838"/>
                </a:cubicBezTo>
                <a:cubicBezTo>
                  <a:pt x="9460" y="5859"/>
                  <a:pt x="7829" y="6532"/>
                  <a:pt x="7583" y="6782"/>
                </a:cubicBezTo>
                <a:cubicBezTo>
                  <a:pt x="6981" y="7171"/>
                  <a:pt x="7098" y="7865"/>
                  <a:pt x="6667" y="8401"/>
                </a:cubicBezTo>
                <a:cubicBezTo>
                  <a:pt x="6237" y="8937"/>
                  <a:pt x="5400" y="9765"/>
                  <a:pt x="5000" y="10000"/>
                </a:cubicBezTo>
                <a:cubicBezTo>
                  <a:pt x="4823" y="9819"/>
                  <a:pt x="4253" y="9715"/>
                  <a:pt x="3988" y="9583"/>
                </a:cubicBezTo>
                <a:cubicBezTo>
                  <a:pt x="3635" y="9236"/>
                  <a:pt x="3831" y="9395"/>
                  <a:pt x="3409" y="9097"/>
                </a:cubicBezTo>
                <a:cubicBezTo>
                  <a:pt x="2711" y="8605"/>
                  <a:pt x="3230" y="8616"/>
                  <a:pt x="2778" y="8401"/>
                </a:cubicBezTo>
                <a:cubicBezTo>
                  <a:pt x="2110" y="7715"/>
                  <a:pt x="1130" y="8209"/>
                  <a:pt x="0" y="8189"/>
                </a:cubicBezTo>
                <a:cubicBezTo>
                  <a:pt x="452" y="6969"/>
                  <a:pt x="4519" y="2343"/>
                  <a:pt x="5560" y="1173"/>
                </a:cubicBezTo>
                <a:cubicBezTo>
                  <a:pt x="6601" y="0"/>
                  <a:pt x="6110" y="1144"/>
                  <a:pt x="6248" y="1137"/>
                </a:cubicBez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7" name="Google Shape;1087;p34"/>
          <p:cNvSpPr txBox="1"/>
          <p:nvPr/>
        </p:nvSpPr>
        <p:spPr>
          <a:xfrm>
            <a:off x="9781147" y="4017870"/>
            <a:ext cx="274567"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1088" name="Google Shape;1088;p34"/>
          <p:cNvSpPr txBox="1"/>
          <p:nvPr/>
        </p:nvSpPr>
        <p:spPr>
          <a:xfrm>
            <a:off x="1166344" y="1371600"/>
            <a:ext cx="10786005" cy="4916395"/>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17365D"/>
              </a:buClr>
              <a:buSzPts val="2400"/>
              <a:buFont typeface="Arial"/>
              <a:buChar char="•"/>
            </a:pPr>
            <a:r>
              <a:rPr lang="en-US" sz="2400">
                <a:solidFill>
                  <a:schemeClr val="dk1"/>
                </a:solidFill>
                <a:latin typeface="Arial"/>
                <a:ea typeface="Arial"/>
                <a:cs typeface="Arial"/>
                <a:sym typeface="Arial"/>
              </a:rPr>
              <a:t>What nodes does UCS expand?</a:t>
            </a:r>
            <a:endParaRPr/>
          </a:p>
          <a:p>
            <a:pPr indent="-228600" lvl="1" marL="685800" marR="0" rtl="0" algn="l">
              <a:lnSpc>
                <a:spcPct val="100000"/>
              </a:lnSpc>
              <a:spcBef>
                <a:spcPts val="1200"/>
              </a:spcBef>
              <a:spcAft>
                <a:spcPts val="0"/>
              </a:spcAft>
              <a:buClr>
                <a:srgbClr val="C00000"/>
              </a:buClr>
              <a:buSzPts val="2000"/>
              <a:buFont typeface="Arial"/>
              <a:buChar char="•"/>
            </a:pPr>
            <a:r>
              <a:rPr b="0" i="0" lang="en-US" sz="2000" u="none" cap="none" strike="noStrike">
                <a:solidFill>
                  <a:schemeClr val="dk1"/>
                </a:solidFill>
                <a:latin typeface="Arial"/>
                <a:ea typeface="Arial"/>
                <a:cs typeface="Arial"/>
                <a:sym typeface="Arial"/>
              </a:rPr>
              <a:t>Processes all nodes with cost less than cheapest solution!</a:t>
            </a:r>
            <a:endParaRPr/>
          </a:p>
          <a:p>
            <a:pPr indent="-228600" lvl="1" marL="685800" marR="0" rtl="0" algn="l">
              <a:lnSpc>
                <a:spcPct val="100000"/>
              </a:lnSpc>
              <a:spcBef>
                <a:spcPts val="1200"/>
              </a:spcBef>
              <a:spcAft>
                <a:spcPts val="0"/>
              </a:spcAft>
              <a:buClr>
                <a:srgbClr val="C00000"/>
              </a:buClr>
              <a:buSzPts val="2000"/>
              <a:buFont typeface="Arial"/>
              <a:buChar char="•"/>
            </a:pPr>
            <a:r>
              <a:rPr b="0" i="0" lang="en-US" sz="2000" u="none" cap="none" strike="noStrike">
                <a:solidFill>
                  <a:schemeClr val="dk1"/>
                </a:solidFill>
                <a:latin typeface="Arial"/>
                <a:ea typeface="Arial"/>
                <a:cs typeface="Arial"/>
                <a:sym typeface="Arial"/>
              </a:rPr>
              <a:t>If that solution costs </a:t>
            </a:r>
            <a:r>
              <a:rPr b="0" i="1" lang="en-US" sz="2000" u="none" cap="none" strike="noStrike">
                <a:solidFill>
                  <a:schemeClr val="dk1"/>
                </a:solidFill>
                <a:latin typeface="Times New Roman"/>
                <a:ea typeface="Times New Roman"/>
                <a:cs typeface="Times New Roman"/>
                <a:sym typeface="Times New Roman"/>
              </a:rPr>
              <a:t>C* </a:t>
            </a:r>
            <a:r>
              <a:rPr b="0" i="0" lang="en-US" sz="2000" u="none" cap="none" strike="noStrike">
                <a:solidFill>
                  <a:schemeClr val="dk1"/>
                </a:solidFill>
                <a:latin typeface="Arial"/>
                <a:ea typeface="Arial"/>
                <a:cs typeface="Arial"/>
                <a:sym typeface="Arial"/>
              </a:rPr>
              <a:t>and arcs cost at least </a:t>
            </a:r>
            <a:r>
              <a:rPr b="0" i="1" lang="en-US" sz="2000" u="none" cap="none" strike="noStrike">
                <a:solidFill>
                  <a:schemeClr val="dk1"/>
                </a:solidFill>
                <a:latin typeface="Times New Roman"/>
                <a:ea typeface="Times New Roman"/>
                <a:cs typeface="Times New Roman"/>
                <a:sym typeface="Times New Roman"/>
              </a:rPr>
              <a:t>ε </a:t>
            </a:r>
            <a:r>
              <a:rPr b="0" i="1"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Arial"/>
                <a:ea typeface="Arial"/>
                <a:cs typeface="Arial"/>
                <a:sym typeface="Arial"/>
              </a:rPr>
              <a:t>then the “effective depth” </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is roughly </a:t>
            </a:r>
            <a:r>
              <a:rPr b="0" i="1" lang="en-US" sz="2000" u="none" cap="none" strike="noStrike">
                <a:solidFill>
                  <a:schemeClr val="dk1"/>
                </a:solidFill>
                <a:latin typeface="Times New Roman"/>
                <a:ea typeface="Times New Roman"/>
                <a:cs typeface="Times New Roman"/>
                <a:sym typeface="Times New Roman"/>
              </a:rPr>
              <a:t>C*/ε</a:t>
            </a:r>
            <a:endParaRPr b="0" i="0" sz="2000" u="none" cap="none" strike="noStrike">
              <a:solidFill>
                <a:schemeClr val="dk1"/>
              </a:solidFill>
              <a:latin typeface="Arial"/>
              <a:ea typeface="Arial"/>
              <a:cs typeface="Arial"/>
              <a:sym typeface="Arial"/>
            </a:endParaRPr>
          </a:p>
          <a:p>
            <a:pPr indent="-228600" lvl="0" marL="228600" marR="0" rtl="0" algn="l">
              <a:lnSpc>
                <a:spcPct val="100000"/>
              </a:lnSpc>
              <a:spcBef>
                <a:spcPts val="1200"/>
              </a:spcBef>
              <a:spcAft>
                <a:spcPts val="0"/>
              </a:spcAft>
              <a:buClr>
                <a:srgbClr val="17365D"/>
              </a:buClr>
              <a:buSzPts val="2000"/>
              <a:buFont typeface="Arial"/>
              <a:buChar char="•"/>
            </a:pPr>
            <a:r>
              <a:rPr b="1" lang="en-US" sz="2000">
                <a:solidFill>
                  <a:schemeClr val="dk1"/>
                </a:solidFill>
                <a:latin typeface="Arial"/>
                <a:ea typeface="Arial"/>
                <a:cs typeface="Arial"/>
                <a:sym typeface="Arial"/>
              </a:rPr>
              <a:t>Time:</a:t>
            </a:r>
            <a:r>
              <a:rPr lang="en-US" sz="2000">
                <a:solidFill>
                  <a:schemeClr val="dk1"/>
                </a:solidFill>
                <a:latin typeface="Arial"/>
                <a:ea typeface="Arial"/>
                <a:cs typeface="Arial"/>
                <a:sym typeface="Arial"/>
              </a:rPr>
              <a:t> O(b</a:t>
            </a:r>
            <a:r>
              <a:rPr baseline="30000" i="1" lang="en-US" sz="2000">
                <a:solidFill>
                  <a:schemeClr val="dk1"/>
                </a:solidFill>
                <a:latin typeface="Times New Roman"/>
                <a:ea typeface="Times New Roman"/>
                <a:cs typeface="Times New Roman"/>
                <a:sym typeface="Times New Roman"/>
              </a:rPr>
              <a:t>C*/ε</a:t>
            </a:r>
            <a:r>
              <a:rPr lang="en-US" sz="2000">
                <a:solidFill>
                  <a:schemeClr val="dk1"/>
                </a:solidFill>
                <a:latin typeface="Arial"/>
                <a:ea typeface="Arial"/>
                <a:cs typeface="Arial"/>
                <a:sym typeface="Arial"/>
              </a:rPr>
              <a:t>) (exponential in effective depth)</a:t>
            </a:r>
            <a:endParaRPr/>
          </a:p>
          <a:p>
            <a:pPr indent="-228600" lvl="0" marL="228600" marR="0" rtl="0" algn="l">
              <a:lnSpc>
                <a:spcPct val="100000"/>
              </a:lnSpc>
              <a:spcBef>
                <a:spcPts val="1200"/>
              </a:spcBef>
              <a:spcAft>
                <a:spcPts val="0"/>
              </a:spcAft>
              <a:buClr>
                <a:srgbClr val="17365D"/>
              </a:buClr>
              <a:buSzPts val="2000"/>
              <a:buFont typeface="Arial"/>
              <a:buChar char="•"/>
            </a:pPr>
            <a:r>
              <a:rPr b="1" lang="en-US" sz="2000">
                <a:solidFill>
                  <a:schemeClr val="dk1"/>
                </a:solidFill>
                <a:latin typeface="Arial"/>
                <a:ea typeface="Arial"/>
                <a:cs typeface="Arial"/>
                <a:sym typeface="Arial"/>
              </a:rPr>
              <a:t>Space</a:t>
            </a:r>
            <a:r>
              <a:rPr lang="en-US" sz="20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h</a:t>
            </a:r>
            <a:r>
              <a:rPr lang="en-US" sz="2000">
                <a:solidFill>
                  <a:schemeClr val="dk1"/>
                </a:solidFill>
                <a:latin typeface="Arial"/>
                <a:ea typeface="Arial"/>
                <a:cs typeface="Arial"/>
                <a:sym typeface="Arial"/>
              </a:rPr>
              <a:t>as roughly the last tier, so O(b</a:t>
            </a:r>
            <a:r>
              <a:rPr baseline="30000" i="1" lang="en-US" sz="2000">
                <a:solidFill>
                  <a:schemeClr val="dk1"/>
                </a:solidFill>
                <a:latin typeface="Times New Roman"/>
                <a:ea typeface="Times New Roman"/>
                <a:cs typeface="Times New Roman"/>
                <a:sym typeface="Times New Roman"/>
              </a:rPr>
              <a:t>C*/ε</a:t>
            </a:r>
            <a:r>
              <a:rPr lang="en-US" sz="2000">
                <a:solidFill>
                  <a:schemeClr val="dk1"/>
                </a:solidFill>
                <a:latin typeface="Arial"/>
                <a:ea typeface="Arial"/>
                <a:cs typeface="Arial"/>
                <a:sym typeface="Arial"/>
              </a:rPr>
              <a:t>)</a:t>
            </a:r>
            <a:endParaRPr/>
          </a:p>
          <a:p>
            <a:pPr indent="-228600" lvl="0" marL="228600" marR="0" rtl="0" algn="l">
              <a:lnSpc>
                <a:spcPct val="100000"/>
              </a:lnSpc>
              <a:spcBef>
                <a:spcPts val="1200"/>
              </a:spcBef>
              <a:spcAft>
                <a:spcPts val="0"/>
              </a:spcAft>
              <a:buClr>
                <a:srgbClr val="17365D"/>
              </a:buClr>
              <a:buSzPts val="2000"/>
              <a:buFont typeface="Arial"/>
              <a:buChar char="•"/>
            </a:pPr>
            <a:r>
              <a:rPr b="1" lang="en-US" sz="2000">
                <a:solidFill>
                  <a:schemeClr val="dk1"/>
                </a:solidFill>
                <a:latin typeface="Arial"/>
                <a:ea typeface="Arial"/>
                <a:cs typeface="Arial"/>
                <a:sym typeface="Arial"/>
              </a:rPr>
              <a:t>complete</a:t>
            </a:r>
            <a:r>
              <a:rPr lang="en-US" sz="2000">
                <a:solidFill>
                  <a:srgbClr val="008000"/>
                </a:solidFill>
                <a:latin typeface="Arial"/>
                <a:ea typeface="Arial"/>
                <a:cs typeface="Arial"/>
                <a:sym typeface="Arial"/>
              </a:rPr>
              <a:t>?</a:t>
            </a:r>
            <a:endParaRPr/>
          </a:p>
          <a:p>
            <a:pPr indent="-228600" lvl="1" marL="685800" marR="0" rtl="0" algn="l">
              <a:lnSpc>
                <a:spcPct val="100000"/>
              </a:lnSpc>
              <a:spcBef>
                <a:spcPts val="1200"/>
              </a:spcBef>
              <a:spcAft>
                <a:spcPts val="0"/>
              </a:spcAft>
              <a:buClr>
                <a:srgbClr val="C00000"/>
              </a:buClr>
              <a:buSzPts val="2000"/>
              <a:buFont typeface="Arial"/>
              <a:buChar char="•"/>
            </a:pPr>
            <a:r>
              <a:rPr b="0" i="0" lang="en-US" sz="2000" u="none" cap="none" strike="noStrike">
                <a:solidFill>
                  <a:schemeClr val="dk1"/>
                </a:solidFill>
                <a:latin typeface="Arial"/>
                <a:ea typeface="Arial"/>
                <a:cs typeface="Arial"/>
                <a:sym typeface="Arial"/>
              </a:rPr>
              <a:t>Assuming best solution has a finite cost </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and minimum arc cost is positive, yes!</a:t>
            </a:r>
            <a:endParaRPr/>
          </a:p>
          <a:p>
            <a:pPr indent="-228600" lvl="0" marL="228600" marR="0" rtl="0" algn="l">
              <a:lnSpc>
                <a:spcPct val="100000"/>
              </a:lnSpc>
              <a:spcBef>
                <a:spcPts val="1200"/>
              </a:spcBef>
              <a:spcAft>
                <a:spcPts val="0"/>
              </a:spcAft>
              <a:buClr>
                <a:srgbClr val="17365D"/>
              </a:buClr>
              <a:buSzPts val="2000"/>
              <a:buFont typeface="Arial"/>
              <a:buChar char="•"/>
            </a:pPr>
            <a:r>
              <a:rPr b="1" lang="en-US" sz="2000">
                <a:solidFill>
                  <a:schemeClr val="dk1"/>
                </a:solidFill>
                <a:latin typeface="Arial"/>
                <a:ea typeface="Arial"/>
                <a:cs typeface="Arial"/>
                <a:sym typeface="Arial"/>
              </a:rPr>
              <a:t>optimal?</a:t>
            </a:r>
            <a:endParaRPr/>
          </a:p>
          <a:p>
            <a:pPr indent="-228600" lvl="1" marL="685800" marR="0" rtl="0" algn="l">
              <a:lnSpc>
                <a:spcPct val="100000"/>
              </a:lnSpc>
              <a:spcBef>
                <a:spcPts val="1200"/>
              </a:spcBef>
              <a:spcAft>
                <a:spcPts val="0"/>
              </a:spcAft>
              <a:buClr>
                <a:srgbClr val="C00000"/>
              </a:buClr>
              <a:buSzPts val="2000"/>
              <a:buFont typeface="Arial"/>
              <a:buChar char="•"/>
            </a:pPr>
            <a:r>
              <a:rPr b="0" i="0" lang="en-US" sz="2000" u="none" cap="none" strike="noStrike">
                <a:solidFill>
                  <a:schemeClr val="dk1"/>
                </a:solidFill>
                <a:latin typeface="Arial"/>
                <a:ea typeface="Arial"/>
                <a:cs typeface="Arial"/>
                <a:sym typeface="Arial"/>
              </a:rPr>
              <a:t>Yes!  (Proof next lecture via A*)</a:t>
            </a:r>
            <a:endParaRPr b="0" i="0" sz="2200" u="none" cap="none" strike="noStrike">
              <a:solidFill>
                <a:schemeClr val="dk1"/>
              </a:solidFill>
              <a:latin typeface="Arial"/>
              <a:ea typeface="Arial"/>
              <a:cs typeface="Arial"/>
              <a:sym typeface="Arial"/>
            </a:endParaRPr>
          </a:p>
        </p:txBody>
      </p:sp>
      <p:sp>
        <p:nvSpPr>
          <p:cNvPr id="1089" name="Google Shape;1089;p34"/>
          <p:cNvSpPr/>
          <p:nvPr/>
        </p:nvSpPr>
        <p:spPr>
          <a:xfrm>
            <a:off x="8528935" y="3811491"/>
            <a:ext cx="2926589" cy="2554288"/>
          </a:xfrm>
          <a:custGeom>
            <a:rect b="b" l="l" r="r" t="t"/>
            <a:pathLst>
              <a:path extrusionOk="0" h="1609" w="1844">
                <a:moveTo>
                  <a:pt x="0" y="1609"/>
                </a:moveTo>
                <a:lnTo>
                  <a:pt x="1844" y="1609"/>
                </a:lnTo>
                <a:lnTo>
                  <a:pt x="915" y="0"/>
                </a:lnTo>
                <a:lnTo>
                  <a:pt x="0" y="1609"/>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0" name="Google Shape;1090;p34"/>
          <p:cNvSpPr/>
          <p:nvPr/>
        </p:nvSpPr>
        <p:spPr>
          <a:xfrm>
            <a:off x="9882718" y="3741643"/>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1" name="Google Shape;1091;p34"/>
          <p:cNvSpPr/>
          <p:nvPr/>
        </p:nvSpPr>
        <p:spPr>
          <a:xfrm>
            <a:off x="9651002" y="4167094"/>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2" name="Google Shape;1092;p34"/>
          <p:cNvSpPr/>
          <p:nvPr/>
        </p:nvSpPr>
        <p:spPr>
          <a:xfrm>
            <a:off x="10127130" y="4157567"/>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3" name="Google Shape;1093;p34"/>
          <p:cNvSpPr/>
          <p:nvPr/>
        </p:nvSpPr>
        <p:spPr>
          <a:xfrm>
            <a:off x="9763685" y="3971831"/>
            <a:ext cx="444384" cy="88900"/>
          </a:xfrm>
          <a:custGeom>
            <a:rect b="b" l="l" r="r" t="t"/>
            <a:pathLst>
              <a:path extrusionOk="0" h="56" w="280">
                <a:moveTo>
                  <a:pt x="0" y="11"/>
                </a:moveTo>
                <a:cubicBezTo>
                  <a:pt x="52" y="33"/>
                  <a:pt x="104" y="56"/>
                  <a:pt x="151" y="54"/>
                </a:cubicBezTo>
                <a:cubicBezTo>
                  <a:pt x="198" y="52"/>
                  <a:pt x="239" y="26"/>
                  <a:pt x="28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4" name="Google Shape;1094;p34"/>
          <p:cNvSpPr txBox="1"/>
          <p:nvPr/>
        </p:nvSpPr>
        <p:spPr>
          <a:xfrm>
            <a:off x="9474839" y="3790858"/>
            <a:ext cx="298373"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a:p>
        </p:txBody>
      </p:sp>
      <p:sp>
        <p:nvSpPr>
          <p:cNvPr id="1095" name="Google Shape;1095;p34"/>
          <p:cNvSpPr/>
          <p:nvPr/>
        </p:nvSpPr>
        <p:spPr>
          <a:xfrm>
            <a:off x="9322478" y="6283233"/>
            <a:ext cx="179340"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6" name="Google Shape;1096;p34"/>
          <p:cNvSpPr/>
          <p:nvPr/>
        </p:nvSpPr>
        <p:spPr>
          <a:xfrm>
            <a:off x="10374714" y="5206906"/>
            <a:ext cx="179341" cy="179387"/>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7" name="Google Shape;1097;p34"/>
          <p:cNvSpPr/>
          <p:nvPr/>
        </p:nvSpPr>
        <p:spPr>
          <a:xfrm>
            <a:off x="9895415" y="5762533"/>
            <a:ext cx="179341" cy="179387"/>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8" name="Google Shape;1098;p34"/>
          <p:cNvSpPr/>
          <p:nvPr/>
        </p:nvSpPr>
        <p:spPr>
          <a:xfrm>
            <a:off x="8408315" y="3638456"/>
            <a:ext cx="265043" cy="1981200"/>
          </a:xfrm>
          <a:prstGeom prst="leftBrace">
            <a:avLst>
              <a:gd fmla="val 5294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9" name="Google Shape;1099;p34"/>
          <p:cNvSpPr txBox="1"/>
          <p:nvPr/>
        </p:nvSpPr>
        <p:spPr>
          <a:xfrm>
            <a:off x="7113252" y="4412128"/>
            <a:ext cx="1447423"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C*/ε</a:t>
            </a:r>
            <a:r>
              <a:rPr lang="en-US" sz="1800">
                <a:solidFill>
                  <a:schemeClr val="dk1"/>
                </a:solidFill>
                <a:latin typeface="Calibri"/>
                <a:ea typeface="Calibri"/>
                <a:cs typeface="Calibri"/>
                <a:sym typeface="Calibri"/>
              </a:rPr>
              <a:t>  “tiers”</a:t>
            </a:r>
            <a:endParaRPr/>
          </a:p>
        </p:txBody>
      </p:sp>
      <p:sp>
        <p:nvSpPr>
          <p:cNvPr id="1100" name="Google Shape;1100;p34"/>
          <p:cNvSpPr/>
          <p:nvPr/>
        </p:nvSpPr>
        <p:spPr>
          <a:xfrm>
            <a:off x="9474837" y="3714819"/>
            <a:ext cx="837982" cy="1219041"/>
          </a:xfrm>
          <a:custGeom>
            <a:rect b="b" l="l" r="r" t="t"/>
            <a:pathLst>
              <a:path extrusionOk="0" h="10000" w="10000">
                <a:moveTo>
                  <a:pt x="6248" y="1137"/>
                </a:moveTo>
                <a:cubicBezTo>
                  <a:pt x="7014" y="1893"/>
                  <a:pt x="9774" y="4895"/>
                  <a:pt x="10000" y="5838"/>
                </a:cubicBezTo>
                <a:cubicBezTo>
                  <a:pt x="9460" y="5859"/>
                  <a:pt x="7829" y="6532"/>
                  <a:pt x="7583" y="6782"/>
                </a:cubicBezTo>
                <a:cubicBezTo>
                  <a:pt x="6981" y="7171"/>
                  <a:pt x="7098" y="7865"/>
                  <a:pt x="6667" y="8401"/>
                </a:cubicBezTo>
                <a:cubicBezTo>
                  <a:pt x="6237" y="8937"/>
                  <a:pt x="5400" y="9765"/>
                  <a:pt x="5000" y="10000"/>
                </a:cubicBezTo>
                <a:cubicBezTo>
                  <a:pt x="4823" y="9819"/>
                  <a:pt x="4253" y="9715"/>
                  <a:pt x="3988" y="9583"/>
                </a:cubicBezTo>
                <a:cubicBezTo>
                  <a:pt x="3635" y="9236"/>
                  <a:pt x="3831" y="9395"/>
                  <a:pt x="3409" y="9097"/>
                </a:cubicBezTo>
                <a:cubicBezTo>
                  <a:pt x="2711" y="8605"/>
                  <a:pt x="3230" y="8616"/>
                  <a:pt x="2778" y="8401"/>
                </a:cubicBezTo>
                <a:cubicBezTo>
                  <a:pt x="2110" y="7715"/>
                  <a:pt x="1130" y="8209"/>
                  <a:pt x="0" y="8189"/>
                </a:cubicBezTo>
                <a:cubicBezTo>
                  <a:pt x="452" y="6969"/>
                  <a:pt x="4519" y="2343"/>
                  <a:pt x="5560" y="1173"/>
                </a:cubicBezTo>
                <a:cubicBezTo>
                  <a:pt x="6601" y="0"/>
                  <a:pt x="6110" y="1144"/>
                  <a:pt x="6248" y="1137"/>
                </a:cubicBezTo>
                <a:close/>
              </a:path>
            </a:pathLst>
          </a:custGeom>
          <a:solidFill>
            <a:schemeClr val="lt2">
              <a:alpha val="2000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1" name="Google Shape;1101;p34"/>
          <p:cNvSpPr txBox="1"/>
          <p:nvPr/>
        </p:nvSpPr>
        <p:spPr>
          <a:xfrm>
            <a:off x="10868301" y="4558362"/>
            <a:ext cx="825285"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 ≤ 3</a:t>
            </a:r>
            <a:endParaRPr/>
          </a:p>
        </p:txBody>
      </p:sp>
      <p:sp>
        <p:nvSpPr>
          <p:cNvPr id="1102" name="Google Shape;1102;p34"/>
          <p:cNvSpPr txBox="1"/>
          <p:nvPr/>
        </p:nvSpPr>
        <p:spPr>
          <a:xfrm>
            <a:off x="10693721" y="4279804"/>
            <a:ext cx="825285"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 ≤ 2</a:t>
            </a:r>
            <a:endParaRPr/>
          </a:p>
        </p:txBody>
      </p:sp>
      <p:sp>
        <p:nvSpPr>
          <p:cNvPr id="1103" name="Google Shape;1103;p34"/>
          <p:cNvSpPr txBox="1"/>
          <p:nvPr/>
        </p:nvSpPr>
        <p:spPr>
          <a:xfrm>
            <a:off x="10477878" y="3901980"/>
            <a:ext cx="825285" cy="369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 ≤ 1</a:t>
            </a:r>
            <a:endParaRPr/>
          </a:p>
        </p:txBody>
      </p:sp>
      <p:sp>
        <p:nvSpPr>
          <p:cNvPr id="1104" name="Google Shape;1104;p34"/>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105" name="Google Shape;1105;p34"/>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11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108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35"/>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Uninformed Search </a:t>
            </a:r>
            <a:endParaRPr/>
          </a:p>
        </p:txBody>
      </p:sp>
      <p:sp>
        <p:nvSpPr>
          <p:cNvPr id="1111" name="Google Shape;1111;p35"/>
          <p:cNvSpPr txBox="1"/>
          <p:nvPr>
            <p:ph idx="1" type="body"/>
          </p:nvPr>
        </p:nvSpPr>
        <p:spPr>
          <a:xfrm>
            <a:off x="1134821" y="1282882"/>
            <a:ext cx="9976974" cy="525439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3760AA"/>
              </a:buClr>
              <a:buSzPts val="2400"/>
              <a:buNone/>
            </a:pPr>
            <a:r>
              <a:t/>
            </a:r>
            <a:endParaRPr b="1">
              <a:solidFill>
                <a:srgbClr val="953734"/>
              </a:solidFill>
            </a:endParaRPr>
          </a:p>
          <a:p>
            <a:pPr indent="0" lvl="0" marL="0" rtl="0" algn="ctr">
              <a:spcBef>
                <a:spcPts val="480"/>
              </a:spcBef>
              <a:spcAft>
                <a:spcPts val="0"/>
              </a:spcAft>
              <a:buClr>
                <a:srgbClr val="3760AA"/>
              </a:buClr>
              <a:buSzPts val="2400"/>
              <a:buNone/>
            </a:pPr>
            <a:r>
              <a:t/>
            </a:r>
            <a:endParaRPr b="1">
              <a:solidFill>
                <a:srgbClr val="953734"/>
              </a:solidFill>
            </a:endParaRPr>
          </a:p>
          <a:p>
            <a:pPr indent="0" lvl="0" marL="0" rtl="0" algn="ctr">
              <a:spcBef>
                <a:spcPts val="480"/>
              </a:spcBef>
              <a:spcAft>
                <a:spcPts val="0"/>
              </a:spcAft>
              <a:buClr>
                <a:srgbClr val="3760AA"/>
              </a:buClr>
              <a:buSzPts val="2400"/>
              <a:buNone/>
            </a:pPr>
            <a:r>
              <a:t/>
            </a:r>
            <a:endParaRPr b="1">
              <a:solidFill>
                <a:srgbClr val="953734"/>
              </a:solidFill>
            </a:endParaRPr>
          </a:p>
          <a:p>
            <a:pPr indent="0" lvl="0" marL="0" rtl="0" algn="ctr">
              <a:spcBef>
                <a:spcPts val="480"/>
              </a:spcBef>
              <a:spcAft>
                <a:spcPts val="0"/>
              </a:spcAft>
              <a:buClr>
                <a:srgbClr val="3760AA"/>
              </a:buClr>
              <a:buSzPts val="2400"/>
              <a:buNone/>
            </a:pPr>
            <a:r>
              <a:t/>
            </a:r>
            <a:endParaRPr b="1">
              <a:solidFill>
                <a:srgbClr val="953734"/>
              </a:solidFill>
            </a:endParaRPr>
          </a:p>
          <a:p>
            <a:pPr indent="0" lvl="0" marL="0" rtl="0" algn="ctr">
              <a:spcBef>
                <a:spcPts val="480"/>
              </a:spcBef>
              <a:spcAft>
                <a:spcPts val="0"/>
              </a:spcAft>
              <a:buClr>
                <a:srgbClr val="3760AA"/>
              </a:buClr>
              <a:buSzPts val="2400"/>
              <a:buNone/>
            </a:pPr>
            <a:r>
              <a:t/>
            </a:r>
            <a:endParaRPr b="1">
              <a:solidFill>
                <a:srgbClr val="953734"/>
              </a:solidFill>
            </a:endParaRPr>
          </a:p>
          <a:p>
            <a:pPr indent="0" lvl="0" marL="0" rtl="0" algn="ctr">
              <a:spcBef>
                <a:spcPts val="480"/>
              </a:spcBef>
              <a:spcAft>
                <a:spcPts val="0"/>
              </a:spcAft>
              <a:buClr>
                <a:srgbClr val="3760AA"/>
              </a:buClr>
              <a:buSzPts val="2400"/>
              <a:buNone/>
            </a:pPr>
            <a:r>
              <a:t/>
            </a:r>
            <a:endParaRPr b="1">
              <a:solidFill>
                <a:srgbClr val="953734"/>
              </a:solidFill>
            </a:endParaRPr>
          </a:p>
          <a:p>
            <a:pPr indent="0" lvl="0" marL="0" rtl="0" algn="ctr">
              <a:spcBef>
                <a:spcPts val="480"/>
              </a:spcBef>
              <a:spcAft>
                <a:spcPts val="0"/>
              </a:spcAft>
              <a:buClr>
                <a:srgbClr val="3760AA"/>
              </a:buClr>
              <a:buSzPts val="2400"/>
              <a:buNone/>
            </a:pPr>
            <a:r>
              <a:t/>
            </a:r>
            <a:endParaRPr b="1">
              <a:solidFill>
                <a:srgbClr val="953734"/>
              </a:solidFill>
            </a:endParaRPr>
          </a:p>
        </p:txBody>
      </p:sp>
      <p:pic>
        <p:nvPicPr>
          <p:cNvPr id="1112" name="Google Shape;1112;p35"/>
          <p:cNvPicPr preferRelativeResize="0"/>
          <p:nvPr/>
        </p:nvPicPr>
        <p:blipFill rotWithShape="1">
          <a:blip r:embed="rId3">
            <a:alphaModFix/>
          </a:blip>
          <a:srcRect b="0" l="0" r="0" t="0"/>
          <a:stretch/>
        </p:blipFill>
        <p:spPr>
          <a:xfrm>
            <a:off x="1691882" y="1859950"/>
            <a:ext cx="9223482" cy="2539504"/>
          </a:xfrm>
          <a:prstGeom prst="rect">
            <a:avLst/>
          </a:prstGeom>
          <a:noFill/>
          <a:ln>
            <a:noFill/>
          </a:ln>
        </p:spPr>
      </p:pic>
      <p:sp>
        <p:nvSpPr>
          <p:cNvPr id="1113" name="Google Shape;1113;p35"/>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114" name="Google Shape;1114;p35"/>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36"/>
          <p:cNvSpPr txBox="1"/>
          <p:nvPr>
            <p:ph type="title"/>
          </p:nvPr>
        </p:nvSpPr>
        <p:spPr>
          <a:xfrm>
            <a:off x="693502" y="-76200"/>
            <a:ext cx="11268310" cy="75247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Informed search (Heuristic search)</a:t>
            </a:r>
            <a:endParaRPr/>
          </a:p>
        </p:txBody>
      </p:sp>
      <p:sp>
        <p:nvSpPr>
          <p:cNvPr id="1122" name="Google Shape;1122;p36"/>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123" name="Google Shape;1123;p36"/>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24" name="Google Shape;1124;p36"/>
          <p:cNvSpPr txBox="1"/>
          <p:nvPr/>
        </p:nvSpPr>
        <p:spPr>
          <a:xfrm>
            <a:off x="3579812" y="1447800"/>
            <a:ext cx="7605873" cy="4648200"/>
          </a:xfrm>
          <a:prstGeom prst="rect">
            <a:avLst/>
          </a:prstGeom>
          <a:noFill/>
          <a:ln>
            <a:noFill/>
          </a:ln>
        </p:spPr>
        <p:txBody>
          <a:bodyPr anchorCtr="0" anchor="t" bIns="45700" lIns="91425" spcFirstLastPara="1" rIns="91425" wrap="square" tIns="45700">
            <a:normAutofit/>
          </a:bodyPr>
          <a:lstStyle/>
          <a:p>
            <a:pPr indent="-225425" lvl="0" marL="225425" marR="0" rtl="0" algn="l">
              <a:lnSpc>
                <a:spcPct val="150000"/>
              </a:lnSpc>
              <a:spcBef>
                <a:spcPts val="0"/>
              </a:spcBef>
              <a:spcAft>
                <a:spcPts val="0"/>
              </a:spcAft>
              <a:buClr>
                <a:srgbClr val="3760AA"/>
              </a:buClr>
              <a:buSzPts val="2800"/>
              <a:buFont typeface="Arial"/>
              <a:buChar char="•"/>
            </a:pPr>
            <a:r>
              <a:rPr b="0" lang="en-US" sz="2800">
                <a:solidFill>
                  <a:srgbClr val="3760AA"/>
                </a:solidFill>
                <a:latin typeface="Arial"/>
                <a:ea typeface="Arial"/>
                <a:cs typeface="Arial"/>
                <a:sym typeface="Arial"/>
              </a:rPr>
              <a:t>Heuristic Function</a:t>
            </a:r>
            <a:endParaRPr/>
          </a:p>
          <a:p>
            <a:pPr indent="-225425" lvl="0" marL="225425" marR="0" rtl="0" algn="l">
              <a:lnSpc>
                <a:spcPct val="150000"/>
              </a:lnSpc>
              <a:spcBef>
                <a:spcPts val="560"/>
              </a:spcBef>
              <a:spcAft>
                <a:spcPts val="0"/>
              </a:spcAft>
              <a:buClr>
                <a:srgbClr val="3760AA"/>
              </a:buClr>
              <a:buSzPts val="2800"/>
              <a:buFont typeface="Arial"/>
              <a:buChar char="•"/>
            </a:pPr>
            <a:r>
              <a:rPr b="0" lang="en-US" sz="2800">
                <a:solidFill>
                  <a:srgbClr val="3760AA"/>
                </a:solidFill>
                <a:latin typeface="Arial"/>
                <a:ea typeface="Arial"/>
                <a:cs typeface="Arial"/>
                <a:sym typeface="Arial"/>
              </a:rPr>
              <a:t>Greedy Best-First Search</a:t>
            </a:r>
            <a:endParaRPr/>
          </a:p>
          <a:p>
            <a:pPr indent="-225425" lvl="0" marL="225425" marR="0" rtl="0" algn="l">
              <a:lnSpc>
                <a:spcPct val="150000"/>
              </a:lnSpc>
              <a:spcBef>
                <a:spcPts val="560"/>
              </a:spcBef>
              <a:spcAft>
                <a:spcPts val="0"/>
              </a:spcAft>
              <a:buClr>
                <a:srgbClr val="3760AA"/>
              </a:buClr>
              <a:buSzPts val="2800"/>
              <a:buFont typeface="Arial"/>
              <a:buChar char="•"/>
            </a:pPr>
            <a:r>
              <a:rPr b="0" lang="en-US" sz="2800">
                <a:solidFill>
                  <a:srgbClr val="3760AA"/>
                </a:solidFill>
                <a:latin typeface="Arial"/>
                <a:ea typeface="Arial"/>
                <a:cs typeface="Arial"/>
                <a:sym typeface="Arial"/>
              </a:rPr>
              <a:t>A* Search </a:t>
            </a:r>
            <a:endParaRPr/>
          </a:p>
          <a:p>
            <a:pPr indent="-47625" lvl="0" marL="225425" marR="0" rtl="0" algn="l">
              <a:lnSpc>
                <a:spcPct val="150000"/>
              </a:lnSpc>
              <a:spcBef>
                <a:spcPts val="560"/>
              </a:spcBef>
              <a:spcAft>
                <a:spcPts val="0"/>
              </a:spcAft>
              <a:buClr>
                <a:srgbClr val="3760AA"/>
              </a:buClr>
              <a:buSzPts val="2800"/>
              <a:buFont typeface="Arial"/>
              <a:buNone/>
            </a:pPr>
            <a:r>
              <a:t/>
            </a:r>
            <a:endParaRPr b="0" sz="2800">
              <a:solidFill>
                <a:srgbClr val="3760AA"/>
              </a:solidFill>
              <a:latin typeface="Arial"/>
              <a:ea typeface="Arial"/>
              <a:cs typeface="Arial"/>
              <a:sym typeface="Arial"/>
            </a:endParaRPr>
          </a:p>
          <a:p>
            <a:pPr indent="-47625" lvl="0" marL="225425" marR="0" rtl="0" algn="l">
              <a:lnSpc>
                <a:spcPct val="150000"/>
              </a:lnSpc>
              <a:spcBef>
                <a:spcPts val="560"/>
              </a:spcBef>
              <a:spcAft>
                <a:spcPts val="0"/>
              </a:spcAft>
              <a:buClr>
                <a:srgbClr val="3760AA"/>
              </a:buClr>
              <a:buSzPts val="2800"/>
              <a:buFont typeface="Arial"/>
              <a:buNone/>
            </a:pPr>
            <a:r>
              <a:t/>
            </a:r>
            <a:endParaRPr b="0" sz="2800">
              <a:solidFill>
                <a:srgbClr val="3760AA"/>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37"/>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rgbClr val="FF0000"/>
              </a:buClr>
              <a:buSzPct val="100000"/>
              <a:buFont typeface="Calibri"/>
              <a:buNone/>
            </a:pPr>
            <a:r>
              <a:rPr lang="en-US"/>
              <a:t>Heuristic Function</a:t>
            </a:r>
            <a:endParaRPr/>
          </a:p>
        </p:txBody>
      </p:sp>
      <p:pic>
        <p:nvPicPr>
          <p:cNvPr descr="Z:\Shared with PC\smallMaze.png" id="1130" name="Google Shape;1130;p37"/>
          <p:cNvPicPr preferRelativeResize="0"/>
          <p:nvPr/>
        </p:nvPicPr>
        <p:blipFill rotWithShape="1">
          <a:blip r:embed="rId3">
            <a:alphaModFix/>
          </a:blip>
          <a:srcRect b="0" l="0" r="0" t="0"/>
          <a:stretch/>
        </p:blipFill>
        <p:spPr>
          <a:xfrm>
            <a:off x="920886" y="3505200"/>
            <a:ext cx="6621326" cy="2978151"/>
          </a:xfrm>
          <a:prstGeom prst="rect">
            <a:avLst/>
          </a:prstGeom>
          <a:noFill/>
          <a:ln>
            <a:noFill/>
          </a:ln>
        </p:spPr>
      </p:pic>
      <p:sp>
        <p:nvSpPr>
          <p:cNvPr id="1131" name="Google Shape;1131;p37"/>
          <p:cNvSpPr txBox="1"/>
          <p:nvPr/>
        </p:nvSpPr>
        <p:spPr>
          <a:xfrm>
            <a:off x="501448" y="838200"/>
            <a:ext cx="7620038" cy="202945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953734"/>
                </a:solidFill>
                <a:latin typeface="Palatino"/>
                <a:ea typeface="Palatino"/>
                <a:cs typeface="Palatino"/>
                <a:sym typeface="Palatino"/>
              </a:rPr>
              <a:t>   A heuristic is</a:t>
            </a:r>
            <a:endParaRPr/>
          </a:p>
          <a:p>
            <a:pPr indent="-342866" lvl="1" marL="800021" marR="0" rtl="0" algn="l">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Palatino"/>
                <a:ea typeface="Palatino"/>
                <a:cs typeface="Palatino"/>
                <a:sym typeface="Palatino"/>
              </a:rPr>
              <a:t>A function that </a:t>
            </a:r>
            <a:r>
              <a:rPr b="0" i="1" lang="en-US" sz="2000" u="none" cap="none" strike="noStrike">
                <a:solidFill>
                  <a:schemeClr val="dk1"/>
                </a:solidFill>
                <a:latin typeface="Palatino"/>
                <a:ea typeface="Palatino"/>
                <a:cs typeface="Palatino"/>
                <a:sym typeface="Palatino"/>
              </a:rPr>
              <a:t>estimates</a:t>
            </a:r>
            <a:r>
              <a:rPr b="0" i="0" lang="en-US" sz="2000" u="none" cap="none" strike="noStrike">
                <a:solidFill>
                  <a:schemeClr val="dk1"/>
                </a:solidFill>
                <a:latin typeface="Palatino"/>
                <a:ea typeface="Palatino"/>
                <a:cs typeface="Palatino"/>
                <a:sym typeface="Palatino"/>
              </a:rPr>
              <a:t> how close a state is to a goal</a:t>
            </a:r>
            <a:endParaRPr/>
          </a:p>
          <a:p>
            <a:pPr indent="-342866" lvl="1" marL="800021" marR="0" rtl="0" algn="l">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Palatino"/>
                <a:ea typeface="Palatino"/>
                <a:cs typeface="Palatino"/>
                <a:sym typeface="Palatino"/>
              </a:rPr>
              <a:t>Designed for a particular search problem</a:t>
            </a:r>
            <a:endParaRPr/>
          </a:p>
          <a:p>
            <a:pPr indent="0" lvl="1" marL="457155" marR="0" rtl="0" algn="l">
              <a:spcBef>
                <a:spcPts val="400"/>
              </a:spcBef>
              <a:spcAft>
                <a:spcPts val="0"/>
              </a:spcAft>
              <a:buNone/>
            </a:pPr>
            <a:r>
              <a:rPr b="0" i="0" lang="en-US" sz="2000" u="none" cap="none" strike="noStrike">
                <a:solidFill>
                  <a:srgbClr val="008000"/>
                </a:solidFill>
                <a:latin typeface="Palatino"/>
                <a:ea typeface="Palatino"/>
                <a:cs typeface="Palatino"/>
                <a:sym typeface="Palatino"/>
              </a:rPr>
              <a:t> </a:t>
            </a:r>
            <a:endParaRPr/>
          </a:p>
          <a:p>
            <a:pPr indent="-342866" lvl="1" marL="800021" marR="0" rtl="0" algn="l">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Palatino"/>
                <a:ea typeface="Palatino"/>
                <a:cs typeface="Palatino"/>
                <a:sym typeface="Palatino"/>
              </a:rPr>
              <a:t>Ex: Manhattan distance, Euclidean distance for pathing</a:t>
            </a:r>
            <a:endParaRPr/>
          </a:p>
        </p:txBody>
      </p:sp>
      <p:grpSp>
        <p:nvGrpSpPr>
          <p:cNvPr id="1132" name="Google Shape;1132;p37"/>
          <p:cNvGrpSpPr/>
          <p:nvPr/>
        </p:nvGrpSpPr>
        <p:grpSpPr>
          <a:xfrm>
            <a:off x="1253157" y="4039377"/>
            <a:ext cx="3024987" cy="1924051"/>
            <a:chOff x="1573306" y="4155142"/>
            <a:chExt cx="3025588" cy="1922929"/>
          </a:xfrm>
        </p:grpSpPr>
        <p:sp>
          <p:nvSpPr>
            <p:cNvPr id="1133" name="Google Shape;1133;p37"/>
            <p:cNvSpPr/>
            <p:nvPr/>
          </p:nvSpPr>
          <p:spPr>
            <a:xfrm>
              <a:off x="1573306" y="4578757"/>
              <a:ext cx="3025588" cy="1499314"/>
            </a:xfrm>
            <a:custGeom>
              <a:rect b="b" l="l" r="r" t="t"/>
              <a:pathLst>
                <a:path extrusionOk="0" h="1479177" w="3065929">
                  <a:moveTo>
                    <a:pt x="3065929" y="13447"/>
                  </a:moveTo>
                  <a:lnTo>
                    <a:pt x="0" y="0"/>
                  </a:lnTo>
                  <a:lnTo>
                    <a:pt x="26894" y="1479177"/>
                  </a:lnTo>
                </a:path>
              </a:pathLst>
            </a:custGeom>
            <a:noFill/>
            <a:ln cap="flat" cmpd="sng" w="57150">
              <a:solidFill>
                <a:srgbClr val="FFFF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4" name="Google Shape;1134;p37"/>
            <p:cNvSpPr txBox="1"/>
            <p:nvPr/>
          </p:nvSpPr>
          <p:spPr>
            <a:xfrm>
              <a:off x="2164976" y="4155142"/>
              <a:ext cx="418787" cy="3691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C00000"/>
                  </a:solidFill>
                  <a:latin typeface="Calibri"/>
                  <a:ea typeface="Calibri"/>
                  <a:cs typeface="Calibri"/>
                  <a:sym typeface="Calibri"/>
                </a:rPr>
                <a:t>10</a:t>
              </a:r>
              <a:endParaRPr/>
            </a:p>
          </p:txBody>
        </p:sp>
        <p:sp>
          <p:nvSpPr>
            <p:cNvPr id="1135" name="Google Shape;1135;p37"/>
            <p:cNvSpPr txBox="1"/>
            <p:nvPr/>
          </p:nvSpPr>
          <p:spPr>
            <a:xfrm>
              <a:off x="1591236" y="4953001"/>
              <a:ext cx="312887" cy="3691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C00000"/>
                  </a:solidFill>
                  <a:latin typeface="Calibri"/>
                  <a:ea typeface="Calibri"/>
                  <a:cs typeface="Calibri"/>
                  <a:sym typeface="Calibri"/>
                </a:rPr>
                <a:t>5</a:t>
              </a:r>
              <a:endParaRPr/>
            </a:p>
          </p:txBody>
        </p:sp>
      </p:grpSp>
      <p:grpSp>
        <p:nvGrpSpPr>
          <p:cNvPr id="1136" name="Google Shape;1136;p37"/>
          <p:cNvGrpSpPr/>
          <p:nvPr/>
        </p:nvGrpSpPr>
        <p:grpSpPr>
          <a:xfrm>
            <a:off x="1334100" y="4456892"/>
            <a:ext cx="2977367" cy="1506537"/>
            <a:chOff x="1653989" y="4572529"/>
            <a:chExt cx="2978334" cy="1505542"/>
          </a:xfrm>
        </p:grpSpPr>
        <p:cxnSp>
          <p:nvCxnSpPr>
            <p:cNvPr id="1137" name="Google Shape;1137;p37"/>
            <p:cNvCxnSpPr/>
            <p:nvPr/>
          </p:nvCxnSpPr>
          <p:spPr>
            <a:xfrm flipH="1">
              <a:off x="1653989" y="4572529"/>
              <a:ext cx="2978334" cy="1505542"/>
            </a:xfrm>
            <a:prstGeom prst="straightConnector1">
              <a:avLst/>
            </a:prstGeom>
            <a:noFill/>
            <a:ln cap="flat" cmpd="sng" w="57150">
              <a:solidFill>
                <a:srgbClr val="00B050"/>
              </a:solidFill>
              <a:prstDash val="solid"/>
              <a:round/>
              <a:headEnd len="sm" w="sm" type="none"/>
              <a:tailEnd len="med" w="med" type="triangle"/>
            </a:ln>
          </p:spPr>
        </p:cxnSp>
        <p:sp>
          <p:nvSpPr>
            <p:cNvPr id="1138" name="Google Shape;1138;p37"/>
            <p:cNvSpPr txBox="1"/>
            <p:nvPr/>
          </p:nvSpPr>
          <p:spPr>
            <a:xfrm>
              <a:off x="3016625" y="5356413"/>
              <a:ext cx="596832" cy="3690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C00000"/>
                  </a:solidFill>
                  <a:latin typeface="Calibri"/>
                  <a:ea typeface="Calibri"/>
                  <a:cs typeface="Calibri"/>
                  <a:sym typeface="Calibri"/>
                </a:rPr>
                <a:t>11.2</a:t>
              </a:r>
              <a:endParaRPr/>
            </a:p>
          </p:txBody>
        </p:sp>
      </p:grpSp>
      <p:pic>
        <p:nvPicPr>
          <p:cNvPr id="1139" name="Google Shape;1139;p37"/>
          <p:cNvPicPr preferRelativeResize="0"/>
          <p:nvPr/>
        </p:nvPicPr>
        <p:blipFill rotWithShape="1">
          <a:blip r:embed="rId4">
            <a:alphaModFix/>
          </a:blip>
          <a:srcRect b="0" l="0" r="0" t="0"/>
          <a:stretch/>
        </p:blipFill>
        <p:spPr>
          <a:xfrm>
            <a:off x="8193819" y="1524000"/>
            <a:ext cx="3406944" cy="2300286"/>
          </a:xfrm>
          <a:prstGeom prst="rect">
            <a:avLst/>
          </a:prstGeom>
          <a:noFill/>
          <a:ln>
            <a:noFill/>
          </a:ln>
        </p:spPr>
      </p:pic>
      <p:pic>
        <p:nvPicPr>
          <p:cNvPr id="1140" name="Google Shape;1140;p37"/>
          <p:cNvPicPr preferRelativeResize="0"/>
          <p:nvPr/>
        </p:nvPicPr>
        <p:blipFill rotWithShape="1">
          <a:blip r:embed="rId5">
            <a:alphaModFix/>
          </a:blip>
          <a:srcRect b="0" l="0" r="0" t="0"/>
          <a:stretch/>
        </p:blipFill>
        <p:spPr>
          <a:xfrm>
            <a:off x="8115616" y="4058011"/>
            <a:ext cx="3475228" cy="2374241"/>
          </a:xfrm>
          <a:prstGeom prst="rect">
            <a:avLst/>
          </a:prstGeom>
          <a:noFill/>
          <a:ln>
            <a:noFill/>
          </a:ln>
        </p:spPr>
      </p:pic>
      <p:sp>
        <p:nvSpPr>
          <p:cNvPr id="1141" name="Google Shape;1141;p37"/>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142" name="Google Shape;1142;p37"/>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38"/>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rgbClr val="FF0000"/>
              </a:buClr>
              <a:buSzPct val="100000"/>
              <a:buFont typeface="Calibri"/>
              <a:buNone/>
            </a:pPr>
            <a:r>
              <a:rPr lang="en-US"/>
              <a:t>Heuristic Function</a:t>
            </a:r>
            <a:endParaRPr/>
          </a:p>
        </p:txBody>
      </p:sp>
      <p:sp>
        <p:nvSpPr>
          <p:cNvPr id="1150" name="Google Shape;1150;p38"/>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151" name="Google Shape;1151;p38"/>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52" name="Google Shape;1152;p38"/>
          <p:cNvPicPr preferRelativeResize="0"/>
          <p:nvPr/>
        </p:nvPicPr>
        <p:blipFill rotWithShape="1">
          <a:blip r:embed="rId3">
            <a:alphaModFix/>
          </a:blip>
          <a:srcRect b="0" l="0" r="0" t="0"/>
          <a:stretch/>
        </p:blipFill>
        <p:spPr>
          <a:xfrm>
            <a:off x="8131120" y="815347"/>
            <a:ext cx="3383961" cy="1807114"/>
          </a:xfrm>
          <a:prstGeom prst="rect">
            <a:avLst/>
          </a:prstGeom>
          <a:noFill/>
          <a:ln>
            <a:noFill/>
          </a:ln>
        </p:spPr>
      </p:pic>
      <p:sp>
        <p:nvSpPr>
          <p:cNvPr id="1153" name="Google Shape;1153;p38"/>
          <p:cNvSpPr txBox="1"/>
          <p:nvPr>
            <p:ph idx="1" type="body"/>
          </p:nvPr>
        </p:nvSpPr>
        <p:spPr>
          <a:xfrm>
            <a:off x="7984991" y="2980608"/>
            <a:ext cx="3787144" cy="1975349"/>
          </a:xfrm>
          <a:prstGeom prst="rect">
            <a:avLst/>
          </a:prstGeom>
          <a:noFill/>
          <a:ln>
            <a:noFill/>
          </a:ln>
        </p:spPr>
        <p:txBody>
          <a:bodyPr anchorCtr="0" anchor="t" bIns="45700" lIns="91425" spcFirstLastPara="1" rIns="91425" wrap="square" tIns="45700">
            <a:normAutofit fontScale="92500" lnSpcReduction="10000"/>
          </a:bodyPr>
          <a:lstStyle/>
          <a:p>
            <a:pPr indent="-225425" lvl="0" marL="225425" rtl="0" algn="l">
              <a:spcBef>
                <a:spcPts val="0"/>
              </a:spcBef>
              <a:spcAft>
                <a:spcPts val="0"/>
              </a:spcAft>
              <a:buClr>
                <a:srgbClr val="3760AA"/>
              </a:buClr>
              <a:buSzPct val="100000"/>
              <a:buChar char="•"/>
            </a:pPr>
            <a:r>
              <a:rPr lang="en-US"/>
              <a:t>h(x) = the number of misplaced tiles (</a:t>
            </a:r>
            <a:r>
              <a:rPr b="0" lang="en-US"/>
              <a:t>8)</a:t>
            </a:r>
            <a:endParaRPr/>
          </a:p>
          <a:p>
            <a:pPr indent="-225425" lvl="1" marL="225425" rtl="0" algn="l">
              <a:spcBef>
                <a:spcPts val="444"/>
              </a:spcBef>
              <a:spcAft>
                <a:spcPts val="0"/>
              </a:spcAft>
              <a:buClr>
                <a:srgbClr val="17365D"/>
              </a:buClr>
              <a:buSzPct val="100000"/>
              <a:buFont typeface="Arial"/>
              <a:buChar char="•"/>
            </a:pPr>
            <a:r>
              <a:rPr lang="en-US">
                <a:solidFill>
                  <a:srgbClr val="3760AA"/>
                </a:solidFill>
              </a:rPr>
              <a:t>h(x) = </a:t>
            </a:r>
            <a:r>
              <a:rPr lang="en-US"/>
              <a:t>the sum of the distances of the tiles from their goal positions (</a:t>
            </a:r>
            <a:r>
              <a:rPr lang="en-US">
                <a:solidFill>
                  <a:srgbClr val="3760AA"/>
                </a:solidFill>
              </a:rPr>
              <a:t>3+1+2+2+2+3+3+2 = 18</a:t>
            </a:r>
            <a:r>
              <a:rPr lang="en-US"/>
              <a:t>)</a:t>
            </a:r>
            <a:endParaRPr/>
          </a:p>
        </p:txBody>
      </p:sp>
      <p:pic>
        <p:nvPicPr>
          <p:cNvPr id="1154" name="Google Shape;1154;p38"/>
          <p:cNvPicPr preferRelativeResize="0"/>
          <p:nvPr/>
        </p:nvPicPr>
        <p:blipFill rotWithShape="1">
          <a:blip r:embed="rId4">
            <a:alphaModFix/>
          </a:blip>
          <a:srcRect b="0" l="0" r="0" t="0"/>
          <a:stretch/>
        </p:blipFill>
        <p:spPr>
          <a:xfrm>
            <a:off x="5265118" y="1066800"/>
            <a:ext cx="1867730" cy="4156566"/>
          </a:xfrm>
          <a:prstGeom prst="rect">
            <a:avLst/>
          </a:prstGeom>
          <a:noFill/>
          <a:ln>
            <a:noFill/>
          </a:ln>
        </p:spPr>
      </p:pic>
      <p:pic>
        <p:nvPicPr>
          <p:cNvPr id="1155" name="Google Shape;1155;p38"/>
          <p:cNvPicPr preferRelativeResize="0"/>
          <p:nvPr/>
        </p:nvPicPr>
        <p:blipFill rotWithShape="1">
          <a:blip r:embed="rId5">
            <a:alphaModFix/>
          </a:blip>
          <a:srcRect b="0" l="0" r="0" t="0"/>
          <a:stretch/>
        </p:blipFill>
        <p:spPr>
          <a:xfrm>
            <a:off x="349452" y="1260967"/>
            <a:ext cx="4840375" cy="39623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39"/>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rgbClr val="FF0000"/>
              </a:buClr>
              <a:buSzPct val="100000"/>
              <a:buFont typeface="Calibri"/>
              <a:buNone/>
            </a:pPr>
            <a:r>
              <a:rPr lang="en-US"/>
              <a:t>Greedy Best-First Search</a:t>
            </a:r>
            <a:endParaRPr/>
          </a:p>
        </p:txBody>
      </p:sp>
      <p:pic>
        <p:nvPicPr>
          <p:cNvPr id="1163" name="Google Shape;1163;p39"/>
          <p:cNvPicPr preferRelativeResize="0"/>
          <p:nvPr/>
        </p:nvPicPr>
        <p:blipFill rotWithShape="1">
          <a:blip r:embed="rId3">
            <a:alphaModFix/>
          </a:blip>
          <a:srcRect b="7846" l="5818" r="0" t="26995"/>
          <a:stretch/>
        </p:blipFill>
        <p:spPr>
          <a:xfrm>
            <a:off x="3053690" y="1818004"/>
            <a:ext cx="7180385" cy="3726761"/>
          </a:xfrm>
          <a:prstGeom prst="rect">
            <a:avLst/>
          </a:prstGeom>
          <a:noFill/>
          <a:ln>
            <a:noFill/>
          </a:ln>
        </p:spPr>
      </p:pic>
      <p:sp>
        <p:nvSpPr>
          <p:cNvPr id="1164" name="Google Shape;1164;p39"/>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165" name="Google Shape;1165;p39"/>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40"/>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rgbClr val="FF0000"/>
              </a:buClr>
              <a:buSzPct val="100000"/>
              <a:buFont typeface="Calibri"/>
              <a:buNone/>
            </a:pPr>
            <a:r>
              <a:rPr lang="en-US"/>
              <a:t>Greedy Best-First Search</a:t>
            </a:r>
            <a:endParaRPr/>
          </a:p>
        </p:txBody>
      </p:sp>
      <p:sp>
        <p:nvSpPr>
          <p:cNvPr id="1173" name="Google Shape;1173;p40"/>
          <p:cNvSpPr/>
          <p:nvPr/>
        </p:nvSpPr>
        <p:spPr>
          <a:xfrm>
            <a:off x="9049505" y="3833813"/>
            <a:ext cx="2883737" cy="2263775"/>
          </a:xfrm>
          <a:custGeom>
            <a:rect b="b" l="l" r="r" t="t"/>
            <a:pathLst>
              <a:path extrusionOk="0" h="1714" w="1817">
                <a:moveTo>
                  <a:pt x="938" y="164"/>
                </a:moveTo>
                <a:cubicBezTo>
                  <a:pt x="1096" y="407"/>
                  <a:pt x="1716" y="1413"/>
                  <a:pt x="1817" y="1625"/>
                </a:cubicBezTo>
                <a:cubicBezTo>
                  <a:pt x="1741" y="1629"/>
                  <a:pt x="1331" y="1650"/>
                  <a:pt x="1054" y="1649"/>
                </a:cubicBezTo>
                <a:cubicBezTo>
                  <a:pt x="1021" y="1539"/>
                  <a:pt x="1101" y="1279"/>
                  <a:pt x="1036" y="1021"/>
                </a:cubicBezTo>
                <a:cubicBezTo>
                  <a:pt x="1008" y="965"/>
                  <a:pt x="973" y="949"/>
                  <a:pt x="897" y="973"/>
                </a:cubicBezTo>
                <a:cubicBezTo>
                  <a:pt x="855" y="963"/>
                  <a:pt x="618" y="1676"/>
                  <a:pt x="586" y="1654"/>
                </a:cubicBezTo>
                <a:cubicBezTo>
                  <a:pt x="468" y="1651"/>
                  <a:pt x="44" y="1714"/>
                  <a:pt x="47" y="1649"/>
                </a:cubicBezTo>
                <a:cubicBezTo>
                  <a:pt x="0" y="1570"/>
                  <a:pt x="165" y="1427"/>
                  <a:pt x="302" y="1181"/>
                </a:cubicBezTo>
                <a:cubicBezTo>
                  <a:pt x="348" y="1005"/>
                  <a:pt x="762" y="338"/>
                  <a:pt x="868" y="169"/>
                </a:cubicBezTo>
                <a:cubicBezTo>
                  <a:pt x="974" y="0"/>
                  <a:pt x="924" y="165"/>
                  <a:pt x="938" y="164"/>
                </a:cubicBezTo>
                <a:close/>
              </a:path>
            </a:pathLst>
          </a:custGeom>
          <a:solidFill>
            <a:srgbClr val="C0C0C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4" name="Google Shape;1174;p40"/>
          <p:cNvSpPr txBox="1"/>
          <p:nvPr>
            <p:ph idx="1" type="body"/>
          </p:nvPr>
        </p:nvSpPr>
        <p:spPr>
          <a:xfrm>
            <a:off x="989012" y="1219200"/>
            <a:ext cx="8078676" cy="4370388"/>
          </a:xfrm>
          <a:prstGeom prst="rect">
            <a:avLst/>
          </a:prstGeom>
          <a:noFill/>
          <a:ln>
            <a:noFill/>
          </a:ln>
        </p:spPr>
        <p:txBody>
          <a:bodyPr anchorCtr="0" anchor="t" bIns="45700" lIns="91425" spcFirstLastPara="1" rIns="91425" wrap="square" tIns="45700">
            <a:normAutofit/>
          </a:bodyPr>
          <a:lstStyle/>
          <a:p>
            <a:pPr indent="-225425" lvl="0" marL="225425" rtl="0" algn="l">
              <a:spcBef>
                <a:spcPts val="0"/>
              </a:spcBef>
              <a:spcAft>
                <a:spcPts val="0"/>
              </a:spcAft>
              <a:buClr>
                <a:srgbClr val="3760AA"/>
              </a:buClr>
              <a:buSzPts val="2400"/>
              <a:buChar char="•"/>
            </a:pPr>
            <a:r>
              <a:rPr b="1" lang="en-US"/>
              <a:t>Strategy</a:t>
            </a:r>
            <a:r>
              <a:rPr lang="en-US"/>
              <a:t>: expand a node that (you think) is closest to a goal state</a:t>
            </a:r>
            <a:endParaRPr/>
          </a:p>
          <a:p>
            <a:pPr indent="-231775" lvl="1" marL="688975" rtl="0" algn="l">
              <a:spcBef>
                <a:spcPts val="1200"/>
              </a:spcBef>
              <a:spcAft>
                <a:spcPts val="0"/>
              </a:spcAft>
              <a:buSzPts val="2400"/>
              <a:buChar char="⁻"/>
            </a:pPr>
            <a:r>
              <a:rPr lang="en-US" sz="2400"/>
              <a:t>Heuristic: estimate of distance to nearest goal </a:t>
            </a:r>
            <a:br>
              <a:rPr lang="en-US" sz="2400"/>
            </a:br>
            <a:r>
              <a:rPr lang="en-US" sz="2400"/>
              <a:t>for each state</a:t>
            </a:r>
            <a:endParaRPr/>
          </a:p>
          <a:p>
            <a:pPr indent="-225425" lvl="0" marL="225425" rtl="0" algn="l">
              <a:spcBef>
                <a:spcPts val="1200"/>
              </a:spcBef>
              <a:spcAft>
                <a:spcPts val="0"/>
              </a:spcAft>
              <a:buClr>
                <a:srgbClr val="3760AA"/>
              </a:buClr>
              <a:buSzPts val="2400"/>
              <a:buChar char="•"/>
            </a:pPr>
            <a:r>
              <a:rPr lang="en-US"/>
              <a:t>A common case:</a:t>
            </a:r>
            <a:endParaRPr/>
          </a:p>
          <a:p>
            <a:pPr indent="-231775" lvl="1" marL="688975" rtl="0" algn="l">
              <a:spcBef>
                <a:spcPts val="1200"/>
              </a:spcBef>
              <a:spcAft>
                <a:spcPts val="0"/>
              </a:spcAft>
              <a:buSzPts val="2400"/>
              <a:buChar char="⁻"/>
            </a:pPr>
            <a:r>
              <a:rPr lang="en-US" sz="2400"/>
              <a:t>Best-first takes you straight to the (wrong) goal</a:t>
            </a:r>
            <a:endParaRPr/>
          </a:p>
          <a:p>
            <a:pPr indent="-225425" lvl="0" marL="225425" rtl="0" algn="l">
              <a:spcBef>
                <a:spcPts val="1200"/>
              </a:spcBef>
              <a:spcAft>
                <a:spcPts val="0"/>
              </a:spcAft>
              <a:buClr>
                <a:srgbClr val="3760AA"/>
              </a:buClr>
              <a:buSzPts val="2400"/>
              <a:buChar char="•"/>
            </a:pPr>
            <a:r>
              <a:rPr lang="en-US"/>
              <a:t>Worst-case: heuristic wrong!!!</a:t>
            </a:r>
            <a:endParaRPr/>
          </a:p>
        </p:txBody>
      </p:sp>
      <p:sp>
        <p:nvSpPr>
          <p:cNvPr id="1175" name="Google Shape;1175;p40"/>
          <p:cNvSpPr/>
          <p:nvPr/>
        </p:nvSpPr>
        <p:spPr>
          <a:xfrm>
            <a:off x="10303304" y="1219201"/>
            <a:ext cx="845919" cy="1774825"/>
          </a:xfrm>
          <a:custGeom>
            <a:rect b="b" l="l" r="r" t="t"/>
            <a:pathLst>
              <a:path extrusionOk="0" h="1118" w="533">
                <a:moveTo>
                  <a:pt x="100" y="137"/>
                </a:moveTo>
                <a:cubicBezTo>
                  <a:pt x="172" y="245"/>
                  <a:pt x="395" y="656"/>
                  <a:pt x="464" y="788"/>
                </a:cubicBezTo>
                <a:cubicBezTo>
                  <a:pt x="533" y="920"/>
                  <a:pt x="513" y="858"/>
                  <a:pt x="513" y="928"/>
                </a:cubicBezTo>
                <a:cubicBezTo>
                  <a:pt x="472" y="988"/>
                  <a:pt x="380" y="1118"/>
                  <a:pt x="281" y="991"/>
                </a:cubicBezTo>
                <a:cubicBezTo>
                  <a:pt x="260" y="823"/>
                  <a:pt x="60" y="284"/>
                  <a:pt x="30" y="142"/>
                </a:cubicBezTo>
                <a:cubicBezTo>
                  <a:pt x="0" y="0"/>
                  <a:pt x="32" y="29"/>
                  <a:pt x="100" y="137"/>
                </a:cubicBezTo>
                <a:close/>
              </a:path>
            </a:pathLst>
          </a:custGeom>
          <a:solidFill>
            <a:srgbClr val="C0C0C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6" name="Google Shape;1176;p40"/>
          <p:cNvSpPr/>
          <p:nvPr/>
        </p:nvSpPr>
        <p:spPr>
          <a:xfrm>
            <a:off x="8955868" y="1322386"/>
            <a:ext cx="2926589" cy="2108200"/>
          </a:xfrm>
          <a:custGeom>
            <a:rect b="b" l="l" r="r" t="t"/>
            <a:pathLst>
              <a:path extrusionOk="0" h="1609" w="1844">
                <a:moveTo>
                  <a:pt x="0" y="1609"/>
                </a:moveTo>
                <a:lnTo>
                  <a:pt x="1844" y="1609"/>
                </a:lnTo>
                <a:lnTo>
                  <a:pt x="915" y="0"/>
                </a:lnTo>
                <a:lnTo>
                  <a:pt x="0" y="1609"/>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7" name="Google Shape;1177;p40"/>
          <p:cNvSpPr/>
          <p:nvPr/>
        </p:nvSpPr>
        <p:spPr>
          <a:xfrm>
            <a:off x="10077938" y="1677987"/>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8" name="Google Shape;1178;p40"/>
          <p:cNvSpPr/>
          <p:nvPr/>
        </p:nvSpPr>
        <p:spPr>
          <a:xfrm>
            <a:off x="10554064" y="1668461"/>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9" name="Google Shape;1179;p40"/>
          <p:cNvSpPr txBox="1"/>
          <p:nvPr/>
        </p:nvSpPr>
        <p:spPr>
          <a:xfrm>
            <a:off x="10208079" y="1528763"/>
            <a:ext cx="274567" cy="369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1180" name="Google Shape;1180;p40"/>
          <p:cNvSpPr/>
          <p:nvPr/>
        </p:nvSpPr>
        <p:spPr>
          <a:xfrm>
            <a:off x="10190622" y="1482725"/>
            <a:ext cx="444384" cy="88900"/>
          </a:xfrm>
          <a:custGeom>
            <a:rect b="b" l="l" r="r" t="t"/>
            <a:pathLst>
              <a:path extrusionOk="0" h="56" w="280">
                <a:moveTo>
                  <a:pt x="0" y="11"/>
                </a:moveTo>
                <a:cubicBezTo>
                  <a:pt x="52" y="33"/>
                  <a:pt x="104" y="56"/>
                  <a:pt x="151" y="54"/>
                </a:cubicBezTo>
                <a:cubicBezTo>
                  <a:pt x="198" y="52"/>
                  <a:pt x="239" y="26"/>
                  <a:pt x="28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1" name="Google Shape;1181;p40"/>
          <p:cNvSpPr txBox="1"/>
          <p:nvPr/>
        </p:nvSpPr>
        <p:spPr>
          <a:xfrm>
            <a:off x="10592153" y="1281112"/>
            <a:ext cx="298373" cy="369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a:p>
        </p:txBody>
      </p:sp>
      <p:sp>
        <p:nvSpPr>
          <p:cNvPr id="1182" name="Google Shape;1182;p40"/>
          <p:cNvSpPr/>
          <p:nvPr/>
        </p:nvSpPr>
        <p:spPr>
          <a:xfrm>
            <a:off x="10801650" y="2592387"/>
            <a:ext cx="179341" cy="179388"/>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3" name="Google Shape;1183;p40"/>
          <p:cNvSpPr/>
          <p:nvPr/>
        </p:nvSpPr>
        <p:spPr>
          <a:xfrm>
            <a:off x="10309652" y="1252537"/>
            <a:ext cx="179341" cy="1793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4" name="Google Shape;1184;p40"/>
          <p:cNvSpPr/>
          <p:nvPr/>
        </p:nvSpPr>
        <p:spPr>
          <a:xfrm>
            <a:off x="9035223" y="3959224"/>
            <a:ext cx="2926589" cy="2062163"/>
          </a:xfrm>
          <a:custGeom>
            <a:rect b="b" l="l" r="r" t="t"/>
            <a:pathLst>
              <a:path extrusionOk="0" h="1609" w="1844">
                <a:moveTo>
                  <a:pt x="0" y="1609"/>
                </a:moveTo>
                <a:lnTo>
                  <a:pt x="1844" y="1609"/>
                </a:lnTo>
                <a:lnTo>
                  <a:pt x="915" y="0"/>
                </a:lnTo>
                <a:lnTo>
                  <a:pt x="0" y="1609"/>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5" name="Google Shape;1185;p40"/>
          <p:cNvSpPr/>
          <p:nvPr/>
        </p:nvSpPr>
        <p:spPr>
          <a:xfrm>
            <a:off x="10157292" y="4314826"/>
            <a:ext cx="179341"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6" name="Google Shape;1186;p40"/>
          <p:cNvSpPr/>
          <p:nvPr/>
        </p:nvSpPr>
        <p:spPr>
          <a:xfrm>
            <a:off x="10633419" y="4305300"/>
            <a:ext cx="179341"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p40"/>
          <p:cNvSpPr txBox="1"/>
          <p:nvPr/>
        </p:nvSpPr>
        <p:spPr>
          <a:xfrm>
            <a:off x="10287433" y="4165600"/>
            <a:ext cx="274567" cy="369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1188" name="Google Shape;1188;p40"/>
          <p:cNvSpPr/>
          <p:nvPr/>
        </p:nvSpPr>
        <p:spPr>
          <a:xfrm>
            <a:off x="10269976" y="4119561"/>
            <a:ext cx="444384" cy="88900"/>
          </a:xfrm>
          <a:custGeom>
            <a:rect b="b" l="l" r="r" t="t"/>
            <a:pathLst>
              <a:path extrusionOk="0" h="56" w="280">
                <a:moveTo>
                  <a:pt x="0" y="11"/>
                </a:moveTo>
                <a:cubicBezTo>
                  <a:pt x="52" y="33"/>
                  <a:pt x="104" y="56"/>
                  <a:pt x="151" y="54"/>
                </a:cubicBezTo>
                <a:cubicBezTo>
                  <a:pt x="198" y="52"/>
                  <a:pt x="239" y="26"/>
                  <a:pt x="28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9" name="Google Shape;1189;p40"/>
          <p:cNvSpPr txBox="1"/>
          <p:nvPr/>
        </p:nvSpPr>
        <p:spPr>
          <a:xfrm>
            <a:off x="10671508" y="3917950"/>
            <a:ext cx="298373" cy="369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a:p>
        </p:txBody>
      </p:sp>
      <p:sp>
        <p:nvSpPr>
          <p:cNvPr id="1190" name="Google Shape;1190;p40"/>
          <p:cNvSpPr/>
          <p:nvPr/>
        </p:nvSpPr>
        <p:spPr>
          <a:xfrm>
            <a:off x="10420749" y="5335587"/>
            <a:ext cx="179341" cy="179388"/>
          </a:xfrm>
          <a:prstGeom prst="ellipse">
            <a:avLst/>
          </a:prstGeom>
          <a:solidFill>
            <a:srgbClr val="FF99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1" name="Google Shape;1191;p40"/>
          <p:cNvSpPr/>
          <p:nvPr/>
        </p:nvSpPr>
        <p:spPr>
          <a:xfrm>
            <a:off x="10389007" y="3889376"/>
            <a:ext cx="179341" cy="17938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2" name="Google Shape;1192;p40"/>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193" name="Google Shape;1193;p40"/>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41"/>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Greedy Best-First Search</a:t>
            </a:r>
            <a:endParaRPr/>
          </a:p>
        </p:txBody>
      </p:sp>
      <p:sp>
        <p:nvSpPr>
          <p:cNvPr id="1201" name="Google Shape;1201;p41"/>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202" name="Google Shape;1202;p41"/>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03" name="Google Shape;1203;p41"/>
          <p:cNvPicPr preferRelativeResize="0"/>
          <p:nvPr/>
        </p:nvPicPr>
        <p:blipFill rotWithShape="1">
          <a:blip r:embed="rId3">
            <a:alphaModFix/>
          </a:blip>
          <a:srcRect b="0" l="0" r="0" t="0"/>
          <a:stretch/>
        </p:blipFill>
        <p:spPr>
          <a:xfrm>
            <a:off x="6974546" y="914400"/>
            <a:ext cx="5182108" cy="4759654"/>
          </a:xfrm>
          <a:prstGeom prst="rect">
            <a:avLst/>
          </a:prstGeom>
          <a:noFill/>
          <a:ln>
            <a:noFill/>
          </a:ln>
        </p:spPr>
      </p:pic>
      <p:pic>
        <p:nvPicPr>
          <p:cNvPr id="1204" name="Google Shape;1204;p41"/>
          <p:cNvPicPr preferRelativeResize="0"/>
          <p:nvPr/>
        </p:nvPicPr>
        <p:blipFill rotWithShape="1">
          <a:blip r:embed="rId4">
            <a:alphaModFix/>
          </a:blip>
          <a:srcRect b="0" l="0" r="0" t="0"/>
          <a:stretch/>
        </p:blipFill>
        <p:spPr>
          <a:xfrm>
            <a:off x="5119939" y="1143000"/>
            <a:ext cx="1575042" cy="3505200"/>
          </a:xfrm>
          <a:prstGeom prst="rect">
            <a:avLst/>
          </a:prstGeom>
          <a:noFill/>
          <a:ln>
            <a:noFill/>
          </a:ln>
        </p:spPr>
      </p:pic>
      <p:pic>
        <p:nvPicPr>
          <p:cNvPr id="1205" name="Google Shape;1205;p41"/>
          <p:cNvPicPr preferRelativeResize="0"/>
          <p:nvPr/>
        </p:nvPicPr>
        <p:blipFill rotWithShape="1">
          <a:blip r:embed="rId5">
            <a:alphaModFix/>
          </a:blip>
          <a:srcRect b="0" l="0" r="0" t="0"/>
          <a:stretch/>
        </p:blipFill>
        <p:spPr>
          <a:xfrm>
            <a:off x="0" y="1313027"/>
            <a:ext cx="4840375" cy="3962399"/>
          </a:xfrm>
          <a:prstGeom prst="rect">
            <a:avLst/>
          </a:prstGeom>
          <a:noFill/>
          <a:ln>
            <a:noFill/>
          </a:ln>
        </p:spPr>
      </p:pic>
      <p:sp>
        <p:nvSpPr>
          <p:cNvPr id="1206" name="Google Shape;1206;p41"/>
          <p:cNvSpPr txBox="1"/>
          <p:nvPr/>
        </p:nvSpPr>
        <p:spPr>
          <a:xfrm>
            <a:off x="1166267" y="712729"/>
            <a:ext cx="47411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We use the straight-line distance heuristic</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42"/>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rgbClr val="FF0000"/>
              </a:buClr>
              <a:buSzPct val="100000"/>
              <a:buFont typeface="Calibri"/>
              <a:buNone/>
            </a:pPr>
            <a:r>
              <a:rPr lang="en-US"/>
              <a:t>Greedy Best-First Search</a:t>
            </a:r>
            <a:endParaRPr/>
          </a:p>
        </p:txBody>
      </p:sp>
      <p:sp>
        <p:nvSpPr>
          <p:cNvPr id="1214" name="Google Shape;1214;p42"/>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215" name="Google Shape;1215;p42"/>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16" name="Google Shape;1216;p42"/>
          <p:cNvPicPr preferRelativeResize="0"/>
          <p:nvPr/>
        </p:nvPicPr>
        <p:blipFill rotWithShape="1">
          <a:blip r:embed="rId3">
            <a:alphaModFix/>
          </a:blip>
          <a:srcRect b="0" l="0" r="0" t="0"/>
          <a:stretch/>
        </p:blipFill>
        <p:spPr>
          <a:xfrm>
            <a:off x="3427412" y="1219200"/>
            <a:ext cx="5791200" cy="362728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43"/>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A* Search </a:t>
            </a:r>
            <a:endParaRPr/>
          </a:p>
        </p:txBody>
      </p:sp>
      <p:pic>
        <p:nvPicPr>
          <p:cNvPr id="1224" name="Google Shape;1224;p43"/>
          <p:cNvPicPr preferRelativeResize="0"/>
          <p:nvPr/>
        </p:nvPicPr>
        <p:blipFill rotWithShape="1">
          <a:blip r:embed="rId3">
            <a:alphaModFix/>
          </a:blip>
          <a:srcRect b="0" l="0" r="0" t="0"/>
          <a:stretch/>
        </p:blipFill>
        <p:spPr>
          <a:xfrm>
            <a:off x="2818214" y="1920240"/>
            <a:ext cx="7386360" cy="3785616"/>
          </a:xfrm>
          <a:prstGeom prst="rect">
            <a:avLst/>
          </a:prstGeom>
          <a:noFill/>
          <a:ln>
            <a:noFill/>
          </a:ln>
        </p:spPr>
      </p:pic>
      <p:sp>
        <p:nvSpPr>
          <p:cNvPr id="1225" name="Google Shape;1225;p43"/>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226" name="Google Shape;1226;p43"/>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44"/>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A* Search </a:t>
            </a:r>
            <a:endParaRPr/>
          </a:p>
        </p:txBody>
      </p:sp>
      <p:pic>
        <p:nvPicPr>
          <p:cNvPr id="1234" name="Google Shape;1234;p44"/>
          <p:cNvPicPr preferRelativeResize="0"/>
          <p:nvPr/>
        </p:nvPicPr>
        <p:blipFill rotWithShape="1">
          <a:blip r:embed="rId3">
            <a:alphaModFix/>
          </a:blip>
          <a:srcRect b="0" l="0" r="0" t="0"/>
          <a:stretch/>
        </p:blipFill>
        <p:spPr>
          <a:xfrm>
            <a:off x="2376821" y="2821401"/>
            <a:ext cx="2871039" cy="1905000"/>
          </a:xfrm>
          <a:prstGeom prst="rect">
            <a:avLst/>
          </a:prstGeom>
          <a:noFill/>
          <a:ln>
            <a:noFill/>
          </a:ln>
        </p:spPr>
      </p:pic>
      <p:pic>
        <p:nvPicPr>
          <p:cNvPr id="1235" name="Google Shape;1235;p44"/>
          <p:cNvPicPr preferRelativeResize="0"/>
          <p:nvPr/>
        </p:nvPicPr>
        <p:blipFill rotWithShape="1">
          <a:blip r:embed="rId4">
            <a:alphaModFix/>
          </a:blip>
          <a:srcRect b="0" l="0" r="0" t="0"/>
          <a:stretch/>
        </p:blipFill>
        <p:spPr>
          <a:xfrm>
            <a:off x="8078144" y="2556225"/>
            <a:ext cx="1599783" cy="1843088"/>
          </a:xfrm>
          <a:prstGeom prst="rect">
            <a:avLst/>
          </a:prstGeom>
          <a:noFill/>
          <a:ln>
            <a:noFill/>
          </a:ln>
        </p:spPr>
      </p:pic>
      <p:pic>
        <p:nvPicPr>
          <p:cNvPr id="1236" name="Google Shape;1236;p44"/>
          <p:cNvPicPr preferRelativeResize="0"/>
          <p:nvPr/>
        </p:nvPicPr>
        <p:blipFill rotWithShape="1">
          <a:blip r:embed="rId5">
            <a:alphaModFix/>
          </a:blip>
          <a:srcRect b="0" l="0" r="0" t="0"/>
          <a:stretch/>
        </p:blipFill>
        <p:spPr>
          <a:xfrm>
            <a:off x="4418449" y="4030379"/>
            <a:ext cx="3556662" cy="2360612"/>
          </a:xfrm>
          <a:prstGeom prst="rect">
            <a:avLst/>
          </a:prstGeom>
          <a:noFill/>
          <a:ln>
            <a:noFill/>
          </a:ln>
        </p:spPr>
      </p:pic>
      <p:sp>
        <p:nvSpPr>
          <p:cNvPr id="1237" name="Google Shape;1237;p44"/>
          <p:cNvSpPr txBox="1"/>
          <p:nvPr/>
        </p:nvSpPr>
        <p:spPr>
          <a:xfrm>
            <a:off x="2810095" y="4421603"/>
            <a:ext cx="1523603" cy="461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UCS</a:t>
            </a:r>
            <a:endParaRPr/>
          </a:p>
        </p:txBody>
      </p:sp>
      <p:sp>
        <p:nvSpPr>
          <p:cNvPr id="1238" name="Google Shape;1238;p44"/>
          <p:cNvSpPr txBox="1"/>
          <p:nvPr/>
        </p:nvSpPr>
        <p:spPr>
          <a:xfrm>
            <a:off x="8001964" y="4432325"/>
            <a:ext cx="1523603" cy="461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953734"/>
                </a:solidFill>
                <a:latin typeface="Calibri"/>
                <a:ea typeface="Calibri"/>
                <a:cs typeface="Calibri"/>
                <a:sym typeface="Calibri"/>
              </a:rPr>
              <a:t>Greedy</a:t>
            </a:r>
            <a:endParaRPr/>
          </a:p>
        </p:txBody>
      </p:sp>
      <p:sp>
        <p:nvSpPr>
          <p:cNvPr id="1239" name="Google Shape;1239;p44"/>
          <p:cNvSpPr txBox="1"/>
          <p:nvPr/>
        </p:nvSpPr>
        <p:spPr>
          <a:xfrm>
            <a:off x="5561150" y="6148740"/>
            <a:ext cx="1523603" cy="461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366092"/>
                </a:solidFill>
                <a:latin typeface="Calibri"/>
                <a:ea typeface="Calibri"/>
                <a:cs typeface="Calibri"/>
                <a:sym typeface="Calibri"/>
              </a:rPr>
              <a:t>A*</a:t>
            </a:r>
            <a:endParaRPr/>
          </a:p>
        </p:txBody>
      </p:sp>
      <p:sp>
        <p:nvSpPr>
          <p:cNvPr id="1240" name="Google Shape;1240;p44"/>
          <p:cNvSpPr/>
          <p:nvPr/>
        </p:nvSpPr>
        <p:spPr>
          <a:xfrm>
            <a:off x="1715861" y="895680"/>
            <a:ext cx="9638029" cy="20467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Idea</a:t>
            </a:r>
            <a:r>
              <a:rPr lang="en-US" sz="2400">
                <a:solidFill>
                  <a:schemeClr val="dk1"/>
                </a:solidFill>
                <a:latin typeface="Arial"/>
                <a:ea typeface="Arial"/>
                <a:cs typeface="Arial"/>
                <a:sym typeface="Arial"/>
              </a:rPr>
              <a:t>: Combining UCS and Greedy Best-First Search</a:t>
            </a:r>
            <a:endParaRPr/>
          </a:p>
          <a:p>
            <a:pPr indent="-238125" lvl="0" marL="695325" marR="0" rtl="0" algn="l">
              <a:spcBef>
                <a:spcPts val="600"/>
              </a:spcBef>
              <a:spcAft>
                <a:spcPts val="0"/>
              </a:spcAft>
              <a:buClr>
                <a:schemeClr val="dk1"/>
              </a:buClr>
              <a:buSzPts val="2200"/>
              <a:buFont typeface="Arial"/>
              <a:buChar char="•"/>
            </a:pPr>
            <a:r>
              <a:rPr b="1" lang="en-US" sz="2200">
                <a:solidFill>
                  <a:schemeClr val="dk1"/>
                </a:solidFill>
                <a:latin typeface="Arial"/>
                <a:ea typeface="Arial"/>
                <a:cs typeface="Arial"/>
                <a:sym typeface="Arial"/>
              </a:rPr>
              <a:t>Uniform-Cost</a:t>
            </a:r>
            <a:r>
              <a:rPr b="1" lang="en-US" sz="2200">
                <a:solidFill>
                  <a:srgbClr val="205867"/>
                </a:solidFill>
                <a:latin typeface="Arial"/>
                <a:ea typeface="Arial"/>
                <a:cs typeface="Arial"/>
                <a:sym typeface="Arial"/>
              </a:rPr>
              <a:t> </a:t>
            </a:r>
            <a:r>
              <a:rPr lang="en-US" sz="2200">
                <a:solidFill>
                  <a:schemeClr val="dk1"/>
                </a:solidFill>
                <a:latin typeface="Arial"/>
                <a:ea typeface="Arial"/>
                <a:cs typeface="Arial"/>
                <a:sym typeface="Arial"/>
              </a:rPr>
              <a:t>orders by path cost, or backward cost:  </a:t>
            </a:r>
            <a:r>
              <a:rPr b="1" lang="en-US" sz="2200">
                <a:solidFill>
                  <a:schemeClr val="dk1"/>
                </a:solidFill>
                <a:latin typeface="Arial"/>
                <a:ea typeface="Arial"/>
                <a:cs typeface="Arial"/>
                <a:sym typeface="Arial"/>
              </a:rPr>
              <a:t>g(n)</a:t>
            </a:r>
            <a:endParaRPr/>
          </a:p>
          <a:p>
            <a:pPr indent="-238125" lvl="0" marL="695325" marR="0" rtl="0" algn="l">
              <a:spcBef>
                <a:spcPts val="600"/>
              </a:spcBef>
              <a:spcAft>
                <a:spcPts val="0"/>
              </a:spcAft>
              <a:buClr>
                <a:srgbClr val="953734"/>
              </a:buClr>
              <a:buSzPts val="2200"/>
              <a:buFont typeface="Arial"/>
              <a:buChar char="•"/>
            </a:pPr>
            <a:r>
              <a:rPr b="1" lang="en-US" sz="2200">
                <a:solidFill>
                  <a:srgbClr val="953734"/>
                </a:solidFill>
                <a:latin typeface="Arial"/>
                <a:ea typeface="Arial"/>
                <a:cs typeface="Arial"/>
                <a:sym typeface="Arial"/>
              </a:rPr>
              <a:t>Greedy Best-First Search</a:t>
            </a:r>
            <a:r>
              <a:rPr lang="en-US" sz="2200">
                <a:solidFill>
                  <a:schemeClr val="dk1"/>
                </a:solidFill>
                <a:latin typeface="Arial"/>
                <a:ea typeface="Arial"/>
                <a:cs typeface="Arial"/>
                <a:sym typeface="Arial"/>
              </a:rPr>
              <a:t> orders by goal proximity, or forward cost:  </a:t>
            </a:r>
            <a:r>
              <a:rPr b="1" lang="en-US" sz="2200">
                <a:solidFill>
                  <a:srgbClr val="953734"/>
                </a:solidFill>
                <a:latin typeface="Arial"/>
                <a:ea typeface="Arial"/>
                <a:cs typeface="Arial"/>
                <a:sym typeface="Arial"/>
              </a:rPr>
              <a:t>h(n)</a:t>
            </a:r>
            <a:endParaRPr/>
          </a:p>
          <a:p>
            <a:pPr indent="-238125" lvl="0" marL="695325" marR="0" rtl="0" algn="l">
              <a:spcBef>
                <a:spcPts val="600"/>
              </a:spcBef>
              <a:spcAft>
                <a:spcPts val="0"/>
              </a:spcAft>
              <a:buClr>
                <a:srgbClr val="205867"/>
              </a:buClr>
              <a:buSzPts val="2200"/>
              <a:buFont typeface="Arial"/>
              <a:buChar char="•"/>
            </a:pPr>
            <a:r>
              <a:rPr b="1" lang="en-US" sz="2200">
                <a:solidFill>
                  <a:srgbClr val="205867"/>
                </a:solidFill>
                <a:latin typeface="Arial"/>
                <a:ea typeface="Arial"/>
                <a:cs typeface="Arial"/>
                <a:sym typeface="Arial"/>
              </a:rPr>
              <a:t>A* Search </a:t>
            </a:r>
            <a:r>
              <a:rPr lang="en-US" sz="2200">
                <a:solidFill>
                  <a:schemeClr val="dk1"/>
                </a:solidFill>
                <a:latin typeface="Arial"/>
                <a:ea typeface="Arial"/>
                <a:cs typeface="Arial"/>
                <a:sym typeface="Arial"/>
              </a:rPr>
              <a:t>orders by the sum: </a:t>
            </a:r>
            <a:r>
              <a:rPr b="1" lang="en-US" sz="2200">
                <a:solidFill>
                  <a:srgbClr val="366092"/>
                </a:solidFill>
                <a:latin typeface="Arial"/>
                <a:ea typeface="Arial"/>
                <a:cs typeface="Arial"/>
                <a:sym typeface="Arial"/>
              </a:rPr>
              <a:t>f(n)</a:t>
            </a:r>
            <a:r>
              <a:rPr lang="en-US" sz="2200">
                <a:solidFill>
                  <a:schemeClr val="dk1"/>
                </a:solidFill>
                <a:latin typeface="Arial"/>
                <a:ea typeface="Arial"/>
                <a:cs typeface="Arial"/>
                <a:sym typeface="Arial"/>
              </a:rPr>
              <a:t> = </a:t>
            </a:r>
            <a:r>
              <a:rPr b="1" lang="en-US" sz="2200">
                <a:solidFill>
                  <a:schemeClr val="dk1"/>
                </a:solidFill>
                <a:latin typeface="Arial"/>
                <a:ea typeface="Arial"/>
                <a:cs typeface="Arial"/>
                <a:sym typeface="Arial"/>
              </a:rPr>
              <a:t>g(n)</a:t>
            </a:r>
            <a:r>
              <a:rPr lang="en-US" sz="2200">
                <a:solidFill>
                  <a:schemeClr val="dk1"/>
                </a:solidFill>
                <a:latin typeface="Arial"/>
                <a:ea typeface="Arial"/>
                <a:cs typeface="Arial"/>
                <a:sym typeface="Arial"/>
              </a:rPr>
              <a:t> + </a:t>
            </a:r>
            <a:r>
              <a:rPr b="1" lang="en-US" sz="2200">
                <a:solidFill>
                  <a:srgbClr val="953734"/>
                </a:solidFill>
                <a:latin typeface="Arial"/>
                <a:ea typeface="Arial"/>
                <a:cs typeface="Arial"/>
                <a:sym typeface="Arial"/>
              </a:rPr>
              <a:t>h(n)</a:t>
            </a:r>
            <a:r>
              <a:rPr lang="en-US" sz="2200">
                <a:solidFill>
                  <a:schemeClr val="dk1"/>
                </a:solidFill>
                <a:latin typeface="Arial"/>
                <a:ea typeface="Arial"/>
                <a:cs typeface="Arial"/>
                <a:sym typeface="Arial"/>
              </a:rPr>
              <a:t>.</a:t>
            </a:r>
            <a:endParaRPr sz="2200">
              <a:solidFill>
                <a:schemeClr val="dk2"/>
              </a:solidFill>
              <a:latin typeface="Arial"/>
              <a:ea typeface="Arial"/>
              <a:cs typeface="Arial"/>
              <a:sym typeface="Arial"/>
            </a:endParaRPr>
          </a:p>
        </p:txBody>
      </p:sp>
      <p:sp>
        <p:nvSpPr>
          <p:cNvPr id="1241" name="Google Shape;1241;p44"/>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242" name="Google Shape;1242;p44"/>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45"/>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A* Search </a:t>
            </a:r>
            <a:endParaRPr/>
          </a:p>
        </p:txBody>
      </p:sp>
      <p:sp>
        <p:nvSpPr>
          <p:cNvPr id="1250" name="Google Shape;1250;p45"/>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251" name="Google Shape;1251;p45"/>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52" name="Google Shape;1252;p45"/>
          <p:cNvPicPr preferRelativeResize="0"/>
          <p:nvPr/>
        </p:nvPicPr>
        <p:blipFill rotWithShape="1">
          <a:blip r:embed="rId3">
            <a:alphaModFix/>
          </a:blip>
          <a:srcRect b="0" l="0" r="0" t="0"/>
          <a:stretch/>
        </p:blipFill>
        <p:spPr>
          <a:xfrm>
            <a:off x="4960698" y="971144"/>
            <a:ext cx="1403842" cy="3124200"/>
          </a:xfrm>
          <a:prstGeom prst="rect">
            <a:avLst/>
          </a:prstGeom>
          <a:noFill/>
          <a:ln>
            <a:noFill/>
          </a:ln>
        </p:spPr>
      </p:pic>
      <p:pic>
        <p:nvPicPr>
          <p:cNvPr id="1253" name="Google Shape;1253;p45"/>
          <p:cNvPicPr preferRelativeResize="0"/>
          <p:nvPr/>
        </p:nvPicPr>
        <p:blipFill rotWithShape="1">
          <a:blip r:embed="rId4">
            <a:alphaModFix/>
          </a:blip>
          <a:srcRect b="0" l="0" r="0" t="0"/>
          <a:stretch/>
        </p:blipFill>
        <p:spPr>
          <a:xfrm>
            <a:off x="116571" y="990600"/>
            <a:ext cx="4453842" cy="3962399"/>
          </a:xfrm>
          <a:prstGeom prst="rect">
            <a:avLst/>
          </a:prstGeom>
          <a:noFill/>
          <a:ln>
            <a:noFill/>
          </a:ln>
        </p:spPr>
      </p:pic>
      <p:pic>
        <p:nvPicPr>
          <p:cNvPr id="1254" name="Google Shape;1254;p45"/>
          <p:cNvPicPr preferRelativeResize="0"/>
          <p:nvPr/>
        </p:nvPicPr>
        <p:blipFill rotWithShape="1">
          <a:blip r:embed="rId5">
            <a:alphaModFix/>
          </a:blip>
          <a:srcRect b="0" l="0" r="0" t="0"/>
          <a:stretch/>
        </p:blipFill>
        <p:spPr>
          <a:xfrm>
            <a:off x="6754825" y="993329"/>
            <a:ext cx="5210221" cy="444343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46"/>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A* Search </a:t>
            </a:r>
            <a:endParaRPr/>
          </a:p>
        </p:txBody>
      </p:sp>
      <p:sp>
        <p:nvSpPr>
          <p:cNvPr id="1262" name="Google Shape;1262;p46"/>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263" name="Google Shape;1263;p46"/>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64" name="Google Shape;1264;p46"/>
          <p:cNvPicPr preferRelativeResize="0"/>
          <p:nvPr/>
        </p:nvPicPr>
        <p:blipFill rotWithShape="1">
          <a:blip r:embed="rId3">
            <a:alphaModFix/>
          </a:blip>
          <a:srcRect b="0" l="0" r="0" t="0"/>
          <a:stretch/>
        </p:blipFill>
        <p:spPr>
          <a:xfrm>
            <a:off x="4960698" y="971144"/>
            <a:ext cx="1403842" cy="3124200"/>
          </a:xfrm>
          <a:prstGeom prst="rect">
            <a:avLst/>
          </a:prstGeom>
          <a:noFill/>
          <a:ln>
            <a:noFill/>
          </a:ln>
        </p:spPr>
      </p:pic>
      <p:pic>
        <p:nvPicPr>
          <p:cNvPr id="1265" name="Google Shape;1265;p46"/>
          <p:cNvPicPr preferRelativeResize="0"/>
          <p:nvPr/>
        </p:nvPicPr>
        <p:blipFill rotWithShape="1">
          <a:blip r:embed="rId4">
            <a:alphaModFix/>
          </a:blip>
          <a:srcRect b="0" l="0" r="0" t="0"/>
          <a:stretch/>
        </p:blipFill>
        <p:spPr>
          <a:xfrm>
            <a:off x="116571" y="990600"/>
            <a:ext cx="4453842" cy="3962399"/>
          </a:xfrm>
          <a:prstGeom prst="rect">
            <a:avLst/>
          </a:prstGeom>
          <a:noFill/>
          <a:ln>
            <a:noFill/>
          </a:ln>
        </p:spPr>
      </p:pic>
      <p:pic>
        <p:nvPicPr>
          <p:cNvPr id="1266" name="Google Shape;1266;p46"/>
          <p:cNvPicPr preferRelativeResize="0"/>
          <p:nvPr/>
        </p:nvPicPr>
        <p:blipFill rotWithShape="1">
          <a:blip r:embed="rId5">
            <a:alphaModFix/>
          </a:blip>
          <a:srcRect b="0" l="0" r="0" t="0"/>
          <a:stretch/>
        </p:blipFill>
        <p:spPr>
          <a:xfrm>
            <a:off x="6754825" y="971144"/>
            <a:ext cx="5406369" cy="398185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47"/>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A* Search </a:t>
            </a:r>
            <a:endParaRPr/>
          </a:p>
        </p:txBody>
      </p:sp>
      <p:cxnSp>
        <p:nvCxnSpPr>
          <p:cNvPr id="1274" name="Google Shape;1274;p47"/>
          <p:cNvCxnSpPr>
            <a:stCxn id="1275" idx="6"/>
            <a:endCxn id="1276" idx="2"/>
          </p:cNvCxnSpPr>
          <p:nvPr/>
        </p:nvCxnSpPr>
        <p:spPr>
          <a:xfrm>
            <a:off x="4986312" y="3863505"/>
            <a:ext cx="1371300" cy="0"/>
          </a:xfrm>
          <a:prstGeom prst="straightConnector1">
            <a:avLst/>
          </a:prstGeom>
          <a:noFill/>
          <a:ln cap="flat" cmpd="sng" w="19050">
            <a:solidFill>
              <a:schemeClr val="dk1"/>
            </a:solidFill>
            <a:prstDash val="solid"/>
            <a:round/>
            <a:headEnd len="med" w="med" type="none"/>
            <a:tailEnd len="med" w="med" type="triangle"/>
          </a:ln>
        </p:spPr>
      </p:cxnSp>
      <p:cxnSp>
        <p:nvCxnSpPr>
          <p:cNvPr id="1277" name="Google Shape;1277;p47"/>
          <p:cNvCxnSpPr>
            <a:stCxn id="1278" idx="4"/>
            <a:endCxn id="1275" idx="0"/>
          </p:cNvCxnSpPr>
          <p:nvPr/>
        </p:nvCxnSpPr>
        <p:spPr>
          <a:xfrm flipH="1">
            <a:off x="4757894" y="3177705"/>
            <a:ext cx="685500" cy="457200"/>
          </a:xfrm>
          <a:prstGeom prst="straightConnector1">
            <a:avLst/>
          </a:prstGeom>
          <a:noFill/>
          <a:ln cap="flat" cmpd="sng" w="19050">
            <a:solidFill>
              <a:schemeClr val="dk1"/>
            </a:solidFill>
            <a:prstDash val="solid"/>
            <a:round/>
            <a:headEnd len="med" w="med" type="none"/>
            <a:tailEnd len="med" w="med" type="triangle"/>
          </a:ln>
        </p:spPr>
      </p:cxnSp>
      <p:sp>
        <p:nvSpPr>
          <p:cNvPr id="1279" name="Google Shape;1279;p47"/>
          <p:cNvSpPr txBox="1"/>
          <p:nvPr>
            <p:ph idx="1" type="body"/>
          </p:nvPr>
        </p:nvSpPr>
        <p:spPr>
          <a:xfrm>
            <a:off x="2073075" y="914400"/>
            <a:ext cx="8227457" cy="5715000"/>
          </a:xfrm>
          <a:prstGeom prst="rect">
            <a:avLst/>
          </a:prstGeom>
          <a:noFill/>
          <a:ln>
            <a:noFill/>
          </a:ln>
        </p:spPr>
        <p:txBody>
          <a:bodyPr anchorCtr="0" anchor="t" bIns="45700" lIns="91425" spcFirstLastPara="1" rIns="91425" wrap="square" tIns="45700">
            <a:normAutofit lnSpcReduction="10000"/>
          </a:bodyPr>
          <a:lstStyle/>
          <a:p>
            <a:pPr indent="-225425" lvl="0" marL="225425" rtl="0" algn="l">
              <a:lnSpc>
                <a:spcPct val="90000"/>
              </a:lnSpc>
              <a:spcBef>
                <a:spcPts val="0"/>
              </a:spcBef>
              <a:spcAft>
                <a:spcPts val="0"/>
              </a:spcAft>
              <a:buClr>
                <a:srgbClr val="366092"/>
              </a:buClr>
              <a:buSzPts val="2300"/>
              <a:buChar char="•"/>
            </a:pPr>
            <a:r>
              <a:rPr b="1" lang="en-US" sz="2300">
                <a:solidFill>
                  <a:srgbClr val="366092"/>
                </a:solidFill>
              </a:rPr>
              <a:t>Uniform-cost </a:t>
            </a:r>
            <a:r>
              <a:rPr lang="en-US" sz="2300">
                <a:solidFill>
                  <a:schemeClr val="dk2"/>
                </a:solidFill>
              </a:rPr>
              <a:t>orders by path cost, or </a:t>
            </a:r>
            <a:r>
              <a:rPr i="1" lang="en-US" sz="2300">
                <a:solidFill>
                  <a:schemeClr val="dk2"/>
                </a:solidFill>
              </a:rPr>
              <a:t>backward cost  </a:t>
            </a:r>
            <a:r>
              <a:rPr lang="en-US" sz="2300">
                <a:solidFill>
                  <a:schemeClr val="dk2"/>
                </a:solidFill>
              </a:rPr>
              <a:t>g(n)</a:t>
            </a:r>
            <a:endParaRPr/>
          </a:p>
          <a:p>
            <a:pPr indent="-225425" lvl="0" marL="225425" rtl="0" algn="l">
              <a:lnSpc>
                <a:spcPct val="90000"/>
              </a:lnSpc>
              <a:spcBef>
                <a:spcPts val="460"/>
              </a:spcBef>
              <a:spcAft>
                <a:spcPts val="0"/>
              </a:spcAft>
              <a:buClr>
                <a:srgbClr val="CC0000"/>
              </a:buClr>
              <a:buSzPts val="2300"/>
              <a:buChar char="•"/>
            </a:pPr>
            <a:r>
              <a:rPr b="1" lang="en-US" sz="2300">
                <a:solidFill>
                  <a:srgbClr val="CC0000"/>
                </a:solidFill>
              </a:rPr>
              <a:t>Greedy</a:t>
            </a:r>
            <a:r>
              <a:rPr lang="en-US" sz="2300"/>
              <a:t> </a:t>
            </a:r>
            <a:r>
              <a:rPr lang="en-US" sz="2300">
                <a:solidFill>
                  <a:schemeClr val="dk2"/>
                </a:solidFill>
              </a:rPr>
              <a:t>orders by goal proximity, or </a:t>
            </a:r>
            <a:r>
              <a:rPr i="1" lang="en-US" sz="2300">
                <a:solidFill>
                  <a:schemeClr val="dk2"/>
                </a:solidFill>
              </a:rPr>
              <a:t>forward cost  </a:t>
            </a:r>
            <a:r>
              <a:rPr lang="en-US" sz="2300">
                <a:solidFill>
                  <a:schemeClr val="dk2"/>
                </a:solidFill>
              </a:rPr>
              <a:t>h(n)</a:t>
            </a:r>
            <a:endParaRPr i="1" sz="2300">
              <a:solidFill>
                <a:schemeClr val="dk2"/>
              </a:solidFill>
            </a:endParaRPr>
          </a:p>
          <a:p>
            <a:pPr indent="-79375" lvl="0" marL="225425" rtl="0" algn="l">
              <a:lnSpc>
                <a:spcPct val="90000"/>
              </a:lnSpc>
              <a:spcBef>
                <a:spcPts val="460"/>
              </a:spcBef>
              <a:spcAft>
                <a:spcPts val="0"/>
              </a:spcAft>
              <a:buClr>
                <a:srgbClr val="3760AA"/>
              </a:buClr>
              <a:buSzPts val="2300"/>
              <a:buNone/>
            </a:pPr>
            <a:r>
              <a:t/>
            </a:r>
            <a:endParaRPr sz="2300">
              <a:solidFill>
                <a:schemeClr val="dk2"/>
              </a:solidFill>
            </a:endParaRPr>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sz="2300"/>
          </a:p>
          <a:p>
            <a:pPr indent="-79375" lvl="0" marL="225425" rtl="0" algn="l">
              <a:lnSpc>
                <a:spcPct val="90000"/>
              </a:lnSpc>
              <a:spcBef>
                <a:spcPts val="460"/>
              </a:spcBef>
              <a:spcAft>
                <a:spcPts val="0"/>
              </a:spcAft>
              <a:buClr>
                <a:srgbClr val="3760AA"/>
              </a:buClr>
              <a:buSzPts val="2300"/>
              <a:buNone/>
            </a:pPr>
            <a:r>
              <a:t/>
            </a:r>
            <a:endParaRPr b="1" sz="2300">
              <a:solidFill>
                <a:srgbClr val="CC00CC"/>
              </a:solidFill>
            </a:endParaRPr>
          </a:p>
          <a:p>
            <a:pPr indent="-225425" lvl="0" marL="225425" rtl="0" algn="l">
              <a:lnSpc>
                <a:spcPct val="90000"/>
              </a:lnSpc>
              <a:spcBef>
                <a:spcPts val="460"/>
              </a:spcBef>
              <a:spcAft>
                <a:spcPts val="0"/>
              </a:spcAft>
              <a:buClr>
                <a:srgbClr val="CC00CC"/>
              </a:buClr>
              <a:buSzPts val="2300"/>
              <a:buChar char="•"/>
            </a:pPr>
            <a:r>
              <a:rPr b="1" lang="en-US" sz="2300">
                <a:solidFill>
                  <a:srgbClr val="CC00CC"/>
                </a:solidFill>
              </a:rPr>
              <a:t>A* Search</a:t>
            </a:r>
            <a:r>
              <a:rPr b="1" lang="en-US" sz="2300">
                <a:solidFill>
                  <a:schemeClr val="dk1"/>
                </a:solidFill>
              </a:rPr>
              <a:t> </a:t>
            </a:r>
            <a:r>
              <a:rPr lang="en-US" sz="2300">
                <a:solidFill>
                  <a:schemeClr val="dk1"/>
                </a:solidFill>
              </a:rPr>
              <a:t>orders by the sum: </a:t>
            </a:r>
            <a:r>
              <a:rPr b="1" lang="en-US" sz="2300">
                <a:solidFill>
                  <a:schemeClr val="dk1"/>
                </a:solidFill>
              </a:rPr>
              <a:t>f(n) = g(n) + h(n)</a:t>
            </a:r>
            <a:endParaRPr/>
          </a:p>
          <a:p>
            <a:pPr indent="-225425" lvl="0" marL="225425" rtl="0" algn="l">
              <a:lnSpc>
                <a:spcPct val="90000"/>
              </a:lnSpc>
              <a:spcBef>
                <a:spcPts val="460"/>
              </a:spcBef>
              <a:spcAft>
                <a:spcPts val="0"/>
              </a:spcAft>
              <a:buClr>
                <a:srgbClr val="3760AA"/>
              </a:buClr>
              <a:buSzPts val="2300"/>
              <a:buChar char="•"/>
            </a:pPr>
            <a:r>
              <a:rPr lang="en-US" sz="2300"/>
              <a:t>&gt;&gt; Đường đi ngắn nhất:  </a:t>
            </a:r>
            <a:r>
              <a:rPr b="1" lang="en-US" sz="2300"/>
              <a:t>S – a – d - G</a:t>
            </a:r>
            <a:endParaRPr/>
          </a:p>
          <a:p>
            <a:pPr indent="-79375" lvl="0" marL="225425" rtl="0" algn="l">
              <a:lnSpc>
                <a:spcPct val="90000"/>
              </a:lnSpc>
              <a:spcBef>
                <a:spcPts val="460"/>
              </a:spcBef>
              <a:spcAft>
                <a:spcPts val="0"/>
              </a:spcAft>
              <a:buClr>
                <a:srgbClr val="3760AA"/>
              </a:buClr>
              <a:buSzPts val="2300"/>
              <a:buNone/>
            </a:pPr>
            <a:r>
              <a:t/>
            </a:r>
            <a:endParaRPr b="1" i="1" sz="2300">
              <a:solidFill>
                <a:schemeClr val="dk1"/>
              </a:solidFill>
            </a:endParaRPr>
          </a:p>
        </p:txBody>
      </p:sp>
      <p:sp>
        <p:nvSpPr>
          <p:cNvPr id="1280" name="Google Shape;1280;p47"/>
          <p:cNvSpPr/>
          <p:nvPr/>
        </p:nvSpPr>
        <p:spPr>
          <a:xfrm>
            <a:off x="431265" y="3603373"/>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S</a:t>
            </a:r>
            <a:endParaRPr/>
          </a:p>
        </p:txBody>
      </p:sp>
      <p:sp>
        <p:nvSpPr>
          <p:cNvPr id="1281" name="Google Shape;1281;p47"/>
          <p:cNvSpPr/>
          <p:nvPr/>
        </p:nvSpPr>
        <p:spPr>
          <a:xfrm>
            <a:off x="1710565" y="36349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a</a:t>
            </a:r>
            <a:endParaRPr/>
          </a:p>
        </p:txBody>
      </p:sp>
      <p:sp>
        <p:nvSpPr>
          <p:cNvPr id="1275" name="Google Shape;1275;p47"/>
          <p:cNvSpPr/>
          <p:nvPr/>
        </p:nvSpPr>
        <p:spPr>
          <a:xfrm>
            <a:off x="4529231" y="36349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d</a:t>
            </a:r>
            <a:endParaRPr/>
          </a:p>
        </p:txBody>
      </p:sp>
      <p:sp>
        <p:nvSpPr>
          <p:cNvPr id="1282" name="Google Shape;1282;p47"/>
          <p:cNvSpPr/>
          <p:nvPr/>
        </p:nvSpPr>
        <p:spPr>
          <a:xfrm>
            <a:off x="1710565" y="45493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b</a:t>
            </a:r>
            <a:endParaRPr/>
          </a:p>
        </p:txBody>
      </p:sp>
      <p:sp>
        <p:nvSpPr>
          <p:cNvPr id="1276" name="Google Shape;1276;p47"/>
          <p:cNvSpPr/>
          <p:nvPr/>
        </p:nvSpPr>
        <p:spPr>
          <a:xfrm>
            <a:off x="6357555" y="36349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G</a:t>
            </a:r>
            <a:endParaRPr/>
          </a:p>
        </p:txBody>
      </p:sp>
      <p:sp>
        <p:nvSpPr>
          <p:cNvPr id="1283" name="Google Shape;1283;p47"/>
          <p:cNvSpPr txBox="1"/>
          <p:nvPr/>
        </p:nvSpPr>
        <p:spPr>
          <a:xfrm>
            <a:off x="1939106" y="4015907"/>
            <a:ext cx="914162"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Palatino"/>
                <a:ea typeface="Palatino"/>
                <a:cs typeface="Palatino"/>
                <a:sym typeface="Palatino"/>
              </a:rPr>
              <a:t>h=5</a:t>
            </a:r>
            <a:endParaRPr/>
          </a:p>
        </p:txBody>
      </p:sp>
      <p:sp>
        <p:nvSpPr>
          <p:cNvPr id="1284" name="Google Shape;1284;p47"/>
          <p:cNvSpPr txBox="1"/>
          <p:nvPr/>
        </p:nvSpPr>
        <p:spPr>
          <a:xfrm>
            <a:off x="1634385" y="5006507"/>
            <a:ext cx="761802"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Palatino"/>
                <a:ea typeface="Palatino"/>
                <a:cs typeface="Palatino"/>
                <a:sym typeface="Palatino"/>
              </a:rPr>
              <a:t>h=6</a:t>
            </a:r>
            <a:endParaRPr/>
          </a:p>
        </p:txBody>
      </p:sp>
      <p:sp>
        <p:nvSpPr>
          <p:cNvPr id="1285" name="Google Shape;1285;p47"/>
          <p:cNvSpPr txBox="1"/>
          <p:nvPr/>
        </p:nvSpPr>
        <p:spPr>
          <a:xfrm>
            <a:off x="4757772" y="4168307"/>
            <a:ext cx="685621"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Palatino"/>
                <a:ea typeface="Palatino"/>
                <a:cs typeface="Palatino"/>
                <a:sym typeface="Palatino"/>
              </a:rPr>
              <a:t>h=2</a:t>
            </a:r>
            <a:endParaRPr/>
          </a:p>
        </p:txBody>
      </p:sp>
      <p:sp>
        <p:nvSpPr>
          <p:cNvPr id="1286" name="Google Shape;1286;p47"/>
          <p:cNvSpPr txBox="1"/>
          <p:nvPr/>
        </p:nvSpPr>
        <p:spPr>
          <a:xfrm>
            <a:off x="1024944" y="3466631"/>
            <a:ext cx="533261"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1</a:t>
            </a:r>
            <a:endParaRPr/>
          </a:p>
        </p:txBody>
      </p:sp>
      <p:sp>
        <p:nvSpPr>
          <p:cNvPr id="1287" name="Google Shape;1287;p47"/>
          <p:cNvSpPr txBox="1"/>
          <p:nvPr/>
        </p:nvSpPr>
        <p:spPr>
          <a:xfrm>
            <a:off x="3234168" y="2110907"/>
            <a:ext cx="380901"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8</a:t>
            </a:r>
            <a:endParaRPr/>
          </a:p>
        </p:txBody>
      </p:sp>
      <p:sp>
        <p:nvSpPr>
          <p:cNvPr id="1288" name="Google Shape;1288;p47"/>
          <p:cNvSpPr txBox="1"/>
          <p:nvPr/>
        </p:nvSpPr>
        <p:spPr>
          <a:xfrm>
            <a:off x="1024944" y="4396907"/>
            <a:ext cx="533261"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1</a:t>
            </a:r>
            <a:endParaRPr/>
          </a:p>
        </p:txBody>
      </p:sp>
      <p:sp>
        <p:nvSpPr>
          <p:cNvPr id="1289" name="Google Shape;1289;p47"/>
          <p:cNvSpPr txBox="1"/>
          <p:nvPr/>
        </p:nvSpPr>
        <p:spPr>
          <a:xfrm>
            <a:off x="1482025" y="4076231"/>
            <a:ext cx="533261"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1</a:t>
            </a:r>
            <a:endParaRPr/>
          </a:p>
        </p:txBody>
      </p:sp>
      <p:sp>
        <p:nvSpPr>
          <p:cNvPr id="1290" name="Google Shape;1290;p47"/>
          <p:cNvSpPr txBox="1"/>
          <p:nvPr/>
        </p:nvSpPr>
        <p:spPr>
          <a:xfrm>
            <a:off x="5519573" y="3466631"/>
            <a:ext cx="533261"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2</a:t>
            </a:r>
            <a:endParaRPr/>
          </a:p>
        </p:txBody>
      </p:sp>
      <p:sp>
        <p:nvSpPr>
          <p:cNvPr id="1291" name="Google Shape;1291;p47"/>
          <p:cNvSpPr txBox="1"/>
          <p:nvPr/>
        </p:nvSpPr>
        <p:spPr>
          <a:xfrm>
            <a:off x="263142" y="4015907"/>
            <a:ext cx="837982"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Palatino"/>
                <a:ea typeface="Palatino"/>
                <a:cs typeface="Palatino"/>
                <a:sym typeface="Palatino"/>
              </a:rPr>
              <a:t>h=6</a:t>
            </a:r>
            <a:endParaRPr/>
          </a:p>
        </p:txBody>
      </p:sp>
      <p:sp>
        <p:nvSpPr>
          <p:cNvPr id="1292" name="Google Shape;1292;p47"/>
          <p:cNvSpPr txBox="1"/>
          <p:nvPr/>
        </p:nvSpPr>
        <p:spPr>
          <a:xfrm>
            <a:off x="6129014" y="4168307"/>
            <a:ext cx="914162"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Palatino"/>
                <a:ea typeface="Palatino"/>
                <a:cs typeface="Palatino"/>
                <a:sym typeface="Palatino"/>
              </a:rPr>
              <a:t>h=0</a:t>
            </a:r>
            <a:endParaRPr/>
          </a:p>
        </p:txBody>
      </p:sp>
      <p:cxnSp>
        <p:nvCxnSpPr>
          <p:cNvPr id="1293" name="Google Shape;1293;p47"/>
          <p:cNvCxnSpPr>
            <a:stCxn id="1280" idx="6"/>
            <a:endCxn id="1281" idx="2"/>
          </p:cNvCxnSpPr>
          <p:nvPr/>
        </p:nvCxnSpPr>
        <p:spPr>
          <a:xfrm>
            <a:off x="888346" y="3831973"/>
            <a:ext cx="822300" cy="31500"/>
          </a:xfrm>
          <a:prstGeom prst="straightConnector1">
            <a:avLst/>
          </a:prstGeom>
          <a:noFill/>
          <a:ln cap="flat" cmpd="sng" w="19050">
            <a:solidFill>
              <a:schemeClr val="dk1"/>
            </a:solidFill>
            <a:prstDash val="solid"/>
            <a:round/>
            <a:headEnd len="med" w="med" type="none"/>
            <a:tailEnd len="med" w="med" type="triangle"/>
          </a:ln>
        </p:spPr>
      </p:cxnSp>
      <p:cxnSp>
        <p:nvCxnSpPr>
          <p:cNvPr id="1294" name="Google Shape;1294;p47"/>
          <p:cNvCxnSpPr>
            <a:stCxn id="1281" idx="4"/>
            <a:endCxn id="1282" idx="0"/>
          </p:cNvCxnSpPr>
          <p:nvPr/>
        </p:nvCxnSpPr>
        <p:spPr>
          <a:xfrm>
            <a:off x="1939106" y="4092105"/>
            <a:ext cx="0" cy="457200"/>
          </a:xfrm>
          <a:prstGeom prst="straightConnector1">
            <a:avLst/>
          </a:prstGeom>
          <a:noFill/>
          <a:ln cap="flat" cmpd="sng" w="19050">
            <a:solidFill>
              <a:schemeClr val="dk1"/>
            </a:solidFill>
            <a:prstDash val="solid"/>
            <a:round/>
            <a:headEnd len="med" w="med" type="none"/>
            <a:tailEnd len="med" w="med" type="triangle"/>
          </a:ln>
        </p:spPr>
      </p:cxnSp>
      <p:cxnSp>
        <p:nvCxnSpPr>
          <p:cNvPr id="1295" name="Google Shape;1295;p47"/>
          <p:cNvCxnSpPr>
            <a:stCxn id="1281" idx="0"/>
            <a:endCxn id="1278" idx="1"/>
          </p:cNvCxnSpPr>
          <p:nvPr/>
        </p:nvCxnSpPr>
        <p:spPr>
          <a:xfrm rot="-5400000">
            <a:off x="3186656" y="1539855"/>
            <a:ext cx="847500" cy="3342600"/>
          </a:xfrm>
          <a:prstGeom prst="curvedConnector3">
            <a:avLst>
              <a:gd fmla="val 134869" name="adj1"/>
            </a:avLst>
          </a:prstGeom>
          <a:noFill/>
          <a:ln cap="flat" cmpd="sng" w="19050">
            <a:solidFill>
              <a:schemeClr val="dk1"/>
            </a:solidFill>
            <a:prstDash val="solid"/>
            <a:round/>
            <a:headEnd len="med" w="med" type="none"/>
            <a:tailEnd len="med" w="med" type="triangle"/>
          </a:ln>
        </p:spPr>
      </p:cxnSp>
      <p:cxnSp>
        <p:nvCxnSpPr>
          <p:cNvPr id="1296" name="Google Shape;1296;p47"/>
          <p:cNvCxnSpPr>
            <a:stCxn id="1282" idx="2"/>
            <a:endCxn id="1297" idx="6"/>
          </p:cNvCxnSpPr>
          <p:nvPr/>
        </p:nvCxnSpPr>
        <p:spPr>
          <a:xfrm rot="10800000">
            <a:off x="872665" y="4777905"/>
            <a:ext cx="837900" cy="0"/>
          </a:xfrm>
          <a:prstGeom prst="straightConnector1">
            <a:avLst/>
          </a:prstGeom>
          <a:noFill/>
          <a:ln cap="flat" cmpd="sng" w="19050">
            <a:solidFill>
              <a:schemeClr val="dk1"/>
            </a:solidFill>
            <a:prstDash val="solid"/>
            <a:round/>
            <a:headEnd len="med" w="med" type="none"/>
            <a:tailEnd len="med" w="med" type="triangle"/>
          </a:ln>
        </p:spPr>
      </p:cxnSp>
      <p:sp>
        <p:nvSpPr>
          <p:cNvPr id="1297" name="Google Shape;1297;p47"/>
          <p:cNvSpPr/>
          <p:nvPr/>
        </p:nvSpPr>
        <p:spPr>
          <a:xfrm>
            <a:off x="415503" y="45493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c</a:t>
            </a:r>
            <a:endParaRPr/>
          </a:p>
        </p:txBody>
      </p:sp>
      <p:cxnSp>
        <p:nvCxnSpPr>
          <p:cNvPr id="1298" name="Google Shape;1298;p47"/>
          <p:cNvCxnSpPr>
            <a:stCxn id="1281" idx="6"/>
            <a:endCxn id="1275" idx="2"/>
          </p:cNvCxnSpPr>
          <p:nvPr/>
        </p:nvCxnSpPr>
        <p:spPr>
          <a:xfrm>
            <a:off x="2167646" y="3863505"/>
            <a:ext cx="2361600" cy="0"/>
          </a:xfrm>
          <a:prstGeom prst="straightConnector1">
            <a:avLst/>
          </a:prstGeom>
          <a:noFill/>
          <a:ln cap="flat" cmpd="sng" w="19050">
            <a:solidFill>
              <a:schemeClr val="dk1"/>
            </a:solidFill>
            <a:prstDash val="solid"/>
            <a:round/>
            <a:headEnd len="med" w="med" type="none"/>
            <a:tailEnd len="med" w="med" type="triangle"/>
          </a:ln>
        </p:spPr>
      </p:cxnSp>
      <p:sp>
        <p:nvSpPr>
          <p:cNvPr id="1299" name="Google Shape;1299;p47"/>
          <p:cNvSpPr txBox="1"/>
          <p:nvPr/>
        </p:nvSpPr>
        <p:spPr>
          <a:xfrm>
            <a:off x="263142" y="4990631"/>
            <a:ext cx="761802"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Palatino"/>
                <a:ea typeface="Palatino"/>
                <a:cs typeface="Palatino"/>
                <a:sym typeface="Palatino"/>
              </a:rPr>
              <a:t>h=7</a:t>
            </a:r>
            <a:endParaRPr/>
          </a:p>
        </p:txBody>
      </p:sp>
      <p:sp>
        <p:nvSpPr>
          <p:cNvPr id="1300" name="Google Shape;1300;p47"/>
          <p:cNvSpPr txBox="1"/>
          <p:nvPr/>
        </p:nvSpPr>
        <p:spPr>
          <a:xfrm>
            <a:off x="3081808" y="3466631"/>
            <a:ext cx="533261"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3</a:t>
            </a:r>
            <a:endParaRPr/>
          </a:p>
        </p:txBody>
      </p:sp>
      <p:sp>
        <p:nvSpPr>
          <p:cNvPr id="1278" name="Google Shape;1278;p47"/>
          <p:cNvSpPr/>
          <p:nvPr/>
        </p:nvSpPr>
        <p:spPr>
          <a:xfrm>
            <a:off x="5214853" y="27205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e</a:t>
            </a:r>
            <a:endParaRPr/>
          </a:p>
        </p:txBody>
      </p:sp>
      <p:sp>
        <p:nvSpPr>
          <p:cNvPr id="1301" name="Google Shape;1301;p47"/>
          <p:cNvSpPr txBox="1"/>
          <p:nvPr/>
        </p:nvSpPr>
        <p:spPr>
          <a:xfrm>
            <a:off x="5671933" y="2720507"/>
            <a:ext cx="761802"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Palatino"/>
                <a:ea typeface="Palatino"/>
                <a:cs typeface="Palatino"/>
                <a:sym typeface="Palatino"/>
              </a:rPr>
              <a:t>h=1</a:t>
            </a:r>
            <a:endParaRPr/>
          </a:p>
        </p:txBody>
      </p:sp>
      <p:sp>
        <p:nvSpPr>
          <p:cNvPr id="1302" name="Google Shape;1302;p47"/>
          <p:cNvSpPr txBox="1"/>
          <p:nvPr/>
        </p:nvSpPr>
        <p:spPr>
          <a:xfrm>
            <a:off x="4681592" y="3025307"/>
            <a:ext cx="533261"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1</a:t>
            </a:r>
            <a:endParaRPr/>
          </a:p>
        </p:txBody>
      </p:sp>
      <p:grpSp>
        <p:nvGrpSpPr>
          <p:cNvPr id="1303" name="Google Shape;1303;p47"/>
          <p:cNvGrpSpPr/>
          <p:nvPr/>
        </p:nvGrpSpPr>
        <p:grpSpPr>
          <a:xfrm>
            <a:off x="872584" y="3863506"/>
            <a:ext cx="1066522" cy="915988"/>
            <a:chOff x="1392" y="2544"/>
            <a:chExt cx="672" cy="577"/>
          </a:xfrm>
        </p:grpSpPr>
        <p:cxnSp>
          <p:nvCxnSpPr>
            <p:cNvPr id="1304" name="Google Shape;1304;p47"/>
            <p:cNvCxnSpPr/>
            <p:nvPr/>
          </p:nvCxnSpPr>
          <p:spPr>
            <a:xfrm>
              <a:off x="1392" y="2544"/>
              <a:ext cx="528" cy="0"/>
            </a:xfrm>
            <a:prstGeom prst="straightConnector1">
              <a:avLst/>
            </a:prstGeom>
            <a:noFill/>
            <a:ln cap="flat" cmpd="sng" w="38100">
              <a:solidFill>
                <a:srgbClr val="3333FF"/>
              </a:solidFill>
              <a:prstDash val="solid"/>
              <a:round/>
              <a:headEnd len="med" w="med" type="none"/>
              <a:tailEnd len="med" w="med" type="triangle"/>
            </a:ln>
          </p:spPr>
        </p:cxnSp>
        <p:cxnSp>
          <p:nvCxnSpPr>
            <p:cNvPr id="1305" name="Google Shape;1305;p47"/>
            <p:cNvCxnSpPr/>
            <p:nvPr/>
          </p:nvCxnSpPr>
          <p:spPr>
            <a:xfrm>
              <a:off x="2064" y="2688"/>
              <a:ext cx="0" cy="288"/>
            </a:xfrm>
            <a:prstGeom prst="straightConnector1">
              <a:avLst/>
            </a:prstGeom>
            <a:noFill/>
            <a:ln cap="flat" cmpd="sng" w="38100">
              <a:solidFill>
                <a:srgbClr val="3333FF"/>
              </a:solidFill>
              <a:prstDash val="solid"/>
              <a:round/>
              <a:headEnd len="med" w="med" type="none"/>
              <a:tailEnd len="med" w="med" type="triangle"/>
            </a:ln>
          </p:spPr>
        </p:cxnSp>
        <p:cxnSp>
          <p:nvCxnSpPr>
            <p:cNvPr id="1306" name="Google Shape;1306;p47"/>
            <p:cNvCxnSpPr/>
            <p:nvPr/>
          </p:nvCxnSpPr>
          <p:spPr>
            <a:xfrm rot="10800000">
              <a:off x="1392" y="3120"/>
              <a:ext cx="528" cy="1"/>
            </a:xfrm>
            <a:prstGeom prst="straightConnector1">
              <a:avLst/>
            </a:prstGeom>
            <a:noFill/>
            <a:ln cap="flat" cmpd="sng" w="38100">
              <a:solidFill>
                <a:srgbClr val="3333FF"/>
              </a:solidFill>
              <a:prstDash val="solid"/>
              <a:round/>
              <a:headEnd len="med" w="med" type="none"/>
              <a:tailEnd len="med" w="med" type="triangle"/>
            </a:ln>
          </p:spPr>
        </p:cxnSp>
      </p:grpSp>
      <p:grpSp>
        <p:nvGrpSpPr>
          <p:cNvPr id="1307" name="Google Shape;1307;p47"/>
          <p:cNvGrpSpPr/>
          <p:nvPr/>
        </p:nvGrpSpPr>
        <p:grpSpPr>
          <a:xfrm>
            <a:off x="872584" y="2787182"/>
            <a:ext cx="5484971" cy="1076325"/>
            <a:chOff x="1392" y="1872"/>
            <a:chExt cx="3456" cy="678"/>
          </a:xfrm>
        </p:grpSpPr>
        <p:cxnSp>
          <p:nvCxnSpPr>
            <p:cNvPr id="1308" name="Google Shape;1308;p47"/>
            <p:cNvCxnSpPr/>
            <p:nvPr/>
          </p:nvCxnSpPr>
          <p:spPr>
            <a:xfrm>
              <a:off x="3984" y="2550"/>
              <a:ext cx="864" cy="0"/>
            </a:xfrm>
            <a:prstGeom prst="straightConnector1">
              <a:avLst/>
            </a:prstGeom>
            <a:noFill/>
            <a:ln cap="flat" cmpd="sng" w="38100">
              <a:solidFill>
                <a:srgbClr val="CC0000"/>
              </a:solidFill>
              <a:prstDash val="solid"/>
              <a:round/>
              <a:headEnd len="med" w="med" type="none"/>
              <a:tailEnd len="med" w="med" type="triangle"/>
            </a:ln>
          </p:spPr>
        </p:cxnSp>
        <p:cxnSp>
          <p:nvCxnSpPr>
            <p:cNvPr id="1309" name="Google Shape;1309;p47"/>
            <p:cNvCxnSpPr/>
            <p:nvPr/>
          </p:nvCxnSpPr>
          <p:spPr>
            <a:xfrm flipH="1">
              <a:off x="3840" y="2118"/>
              <a:ext cx="432" cy="288"/>
            </a:xfrm>
            <a:prstGeom prst="straightConnector1">
              <a:avLst/>
            </a:prstGeom>
            <a:noFill/>
            <a:ln cap="flat" cmpd="sng" w="38100">
              <a:solidFill>
                <a:srgbClr val="CC0000"/>
              </a:solidFill>
              <a:prstDash val="solid"/>
              <a:round/>
              <a:headEnd len="med" w="med" type="none"/>
              <a:tailEnd len="med" w="med" type="triangle"/>
            </a:ln>
          </p:spPr>
        </p:cxnSp>
        <p:cxnSp>
          <p:nvCxnSpPr>
            <p:cNvPr id="1310" name="Google Shape;1310;p47"/>
            <p:cNvCxnSpPr/>
            <p:nvPr/>
          </p:nvCxnSpPr>
          <p:spPr>
            <a:xfrm>
              <a:off x="1392" y="2550"/>
              <a:ext cx="528" cy="0"/>
            </a:xfrm>
            <a:prstGeom prst="straightConnector1">
              <a:avLst/>
            </a:prstGeom>
            <a:noFill/>
            <a:ln cap="flat" cmpd="sng" w="38100">
              <a:solidFill>
                <a:srgbClr val="CC0000"/>
              </a:solidFill>
              <a:prstDash val="solid"/>
              <a:round/>
              <a:headEnd len="med" w="med" type="none"/>
              <a:tailEnd len="med" w="med" type="triangle"/>
            </a:ln>
          </p:spPr>
        </p:cxnSp>
        <p:cxnSp>
          <p:nvCxnSpPr>
            <p:cNvPr id="1311" name="Google Shape;1311;p47"/>
            <p:cNvCxnSpPr/>
            <p:nvPr/>
          </p:nvCxnSpPr>
          <p:spPr>
            <a:xfrm rot="-5400000">
              <a:off x="2850" y="1086"/>
              <a:ext cx="534" cy="2106"/>
            </a:xfrm>
            <a:prstGeom prst="curvedConnector3">
              <a:avLst>
                <a:gd fmla="val 428585" name="adj1"/>
              </a:avLst>
            </a:prstGeom>
            <a:noFill/>
            <a:ln cap="flat" cmpd="sng" w="38100">
              <a:solidFill>
                <a:srgbClr val="CC0000"/>
              </a:solidFill>
              <a:prstDash val="solid"/>
              <a:round/>
              <a:headEnd len="med" w="med" type="none"/>
              <a:tailEnd len="med" w="med" type="triangle"/>
            </a:ln>
          </p:spPr>
        </p:cxnSp>
      </p:grpSp>
      <p:grpSp>
        <p:nvGrpSpPr>
          <p:cNvPr id="1312" name="Google Shape;1312;p47"/>
          <p:cNvGrpSpPr/>
          <p:nvPr/>
        </p:nvGrpSpPr>
        <p:grpSpPr>
          <a:xfrm>
            <a:off x="872584" y="3863505"/>
            <a:ext cx="5484971" cy="0"/>
            <a:chOff x="1392" y="2544"/>
            <a:chExt cx="3456" cy="0"/>
          </a:xfrm>
        </p:grpSpPr>
        <p:cxnSp>
          <p:nvCxnSpPr>
            <p:cNvPr id="1313" name="Google Shape;1313;p47"/>
            <p:cNvCxnSpPr/>
            <p:nvPr/>
          </p:nvCxnSpPr>
          <p:spPr>
            <a:xfrm>
              <a:off x="3984" y="2544"/>
              <a:ext cx="864" cy="0"/>
            </a:xfrm>
            <a:prstGeom prst="straightConnector1">
              <a:avLst/>
            </a:prstGeom>
            <a:noFill/>
            <a:ln cap="flat" cmpd="sng" w="38100">
              <a:solidFill>
                <a:srgbClr val="CC00CC"/>
              </a:solidFill>
              <a:prstDash val="solid"/>
              <a:round/>
              <a:headEnd len="med" w="med" type="none"/>
              <a:tailEnd len="med" w="med" type="triangle"/>
            </a:ln>
          </p:spPr>
        </p:cxnSp>
        <p:cxnSp>
          <p:nvCxnSpPr>
            <p:cNvPr id="1314" name="Google Shape;1314;p47"/>
            <p:cNvCxnSpPr/>
            <p:nvPr/>
          </p:nvCxnSpPr>
          <p:spPr>
            <a:xfrm>
              <a:off x="1392" y="2544"/>
              <a:ext cx="528" cy="0"/>
            </a:xfrm>
            <a:prstGeom prst="straightConnector1">
              <a:avLst/>
            </a:prstGeom>
            <a:noFill/>
            <a:ln cap="flat" cmpd="sng" w="38100">
              <a:solidFill>
                <a:srgbClr val="CC00CC"/>
              </a:solidFill>
              <a:prstDash val="solid"/>
              <a:round/>
              <a:headEnd len="med" w="med" type="none"/>
              <a:tailEnd len="med" w="med" type="triangle"/>
            </a:ln>
          </p:spPr>
        </p:cxnSp>
        <p:cxnSp>
          <p:nvCxnSpPr>
            <p:cNvPr id="1315" name="Google Shape;1315;p47"/>
            <p:cNvCxnSpPr/>
            <p:nvPr/>
          </p:nvCxnSpPr>
          <p:spPr>
            <a:xfrm>
              <a:off x="2208" y="2544"/>
              <a:ext cx="1488" cy="0"/>
            </a:xfrm>
            <a:prstGeom prst="straightConnector1">
              <a:avLst/>
            </a:prstGeom>
            <a:noFill/>
            <a:ln cap="flat" cmpd="sng" w="38100">
              <a:solidFill>
                <a:srgbClr val="CC00CC"/>
              </a:solidFill>
              <a:prstDash val="solid"/>
              <a:round/>
              <a:headEnd len="med" w="med" type="none"/>
              <a:tailEnd len="med" w="med" type="triangle"/>
            </a:ln>
          </p:spPr>
        </p:cxnSp>
      </p:grpSp>
      <p:sp>
        <p:nvSpPr>
          <p:cNvPr id="1316" name="Google Shape;1316;p47"/>
          <p:cNvSpPr/>
          <p:nvPr/>
        </p:nvSpPr>
        <p:spPr>
          <a:xfrm>
            <a:off x="9536101" y="2187105"/>
            <a:ext cx="457081" cy="457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S</a:t>
            </a:r>
            <a:endParaRPr/>
          </a:p>
        </p:txBody>
      </p:sp>
      <p:sp>
        <p:nvSpPr>
          <p:cNvPr id="1317" name="Google Shape;1317;p47"/>
          <p:cNvSpPr/>
          <p:nvPr/>
        </p:nvSpPr>
        <p:spPr>
          <a:xfrm>
            <a:off x="9002840" y="2796705"/>
            <a:ext cx="457081" cy="457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a</a:t>
            </a:r>
            <a:endParaRPr/>
          </a:p>
        </p:txBody>
      </p:sp>
      <p:sp>
        <p:nvSpPr>
          <p:cNvPr id="1318" name="Google Shape;1318;p47"/>
          <p:cNvSpPr/>
          <p:nvPr/>
        </p:nvSpPr>
        <p:spPr>
          <a:xfrm>
            <a:off x="8469579" y="37111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b</a:t>
            </a:r>
            <a:endParaRPr/>
          </a:p>
        </p:txBody>
      </p:sp>
      <p:sp>
        <p:nvSpPr>
          <p:cNvPr id="1319" name="Google Shape;1319;p47"/>
          <p:cNvSpPr/>
          <p:nvPr/>
        </p:nvSpPr>
        <p:spPr>
          <a:xfrm>
            <a:off x="8469579" y="46255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c</a:t>
            </a:r>
            <a:endParaRPr/>
          </a:p>
        </p:txBody>
      </p:sp>
      <p:sp>
        <p:nvSpPr>
          <p:cNvPr id="1320" name="Google Shape;1320;p47"/>
          <p:cNvSpPr/>
          <p:nvPr/>
        </p:nvSpPr>
        <p:spPr>
          <a:xfrm>
            <a:off x="10678803" y="37111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e</a:t>
            </a:r>
            <a:endParaRPr/>
          </a:p>
        </p:txBody>
      </p:sp>
      <p:sp>
        <p:nvSpPr>
          <p:cNvPr id="1321" name="Google Shape;1321;p47"/>
          <p:cNvSpPr/>
          <p:nvPr/>
        </p:nvSpPr>
        <p:spPr>
          <a:xfrm>
            <a:off x="9231380" y="3711105"/>
            <a:ext cx="457081" cy="457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d</a:t>
            </a:r>
            <a:endParaRPr/>
          </a:p>
        </p:txBody>
      </p:sp>
      <p:sp>
        <p:nvSpPr>
          <p:cNvPr id="1322" name="Google Shape;1322;p47"/>
          <p:cNvSpPr/>
          <p:nvPr/>
        </p:nvSpPr>
        <p:spPr>
          <a:xfrm>
            <a:off x="10678803" y="46255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d</a:t>
            </a:r>
            <a:endParaRPr/>
          </a:p>
        </p:txBody>
      </p:sp>
      <p:sp>
        <p:nvSpPr>
          <p:cNvPr id="1323" name="Google Shape;1323;p47"/>
          <p:cNvSpPr/>
          <p:nvPr/>
        </p:nvSpPr>
        <p:spPr>
          <a:xfrm>
            <a:off x="9231380" y="4625505"/>
            <a:ext cx="457081" cy="457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G</a:t>
            </a:r>
            <a:endParaRPr/>
          </a:p>
        </p:txBody>
      </p:sp>
      <p:sp>
        <p:nvSpPr>
          <p:cNvPr id="1324" name="Google Shape;1324;p47"/>
          <p:cNvSpPr/>
          <p:nvPr/>
        </p:nvSpPr>
        <p:spPr>
          <a:xfrm>
            <a:off x="10678803" y="5539905"/>
            <a:ext cx="457081" cy="457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a:ea typeface="Palatino"/>
                <a:cs typeface="Palatino"/>
                <a:sym typeface="Palatino"/>
              </a:rPr>
              <a:t>G</a:t>
            </a:r>
            <a:endParaRPr/>
          </a:p>
        </p:txBody>
      </p:sp>
      <p:cxnSp>
        <p:nvCxnSpPr>
          <p:cNvPr id="1325" name="Google Shape;1325;p47"/>
          <p:cNvCxnSpPr>
            <a:stCxn id="1316" idx="4"/>
            <a:endCxn id="1317" idx="7"/>
          </p:cNvCxnSpPr>
          <p:nvPr/>
        </p:nvCxnSpPr>
        <p:spPr>
          <a:xfrm flipH="1">
            <a:off x="9392942" y="2644305"/>
            <a:ext cx="371700" cy="219300"/>
          </a:xfrm>
          <a:prstGeom prst="straightConnector1">
            <a:avLst/>
          </a:prstGeom>
          <a:noFill/>
          <a:ln cap="flat" cmpd="sng" w="28575">
            <a:solidFill>
              <a:srgbClr val="FF0000"/>
            </a:solidFill>
            <a:prstDash val="solid"/>
            <a:round/>
            <a:headEnd len="sm" w="sm" type="none"/>
            <a:tailEnd len="sm" w="sm" type="none"/>
          </a:ln>
        </p:spPr>
      </p:cxnSp>
      <p:cxnSp>
        <p:nvCxnSpPr>
          <p:cNvPr id="1326" name="Google Shape;1326;p47"/>
          <p:cNvCxnSpPr>
            <a:stCxn id="1317" idx="4"/>
            <a:endCxn id="1321" idx="0"/>
          </p:cNvCxnSpPr>
          <p:nvPr/>
        </p:nvCxnSpPr>
        <p:spPr>
          <a:xfrm>
            <a:off x="9231381" y="3253905"/>
            <a:ext cx="228600" cy="457200"/>
          </a:xfrm>
          <a:prstGeom prst="straightConnector1">
            <a:avLst/>
          </a:prstGeom>
          <a:noFill/>
          <a:ln cap="flat" cmpd="sng" w="28575">
            <a:solidFill>
              <a:srgbClr val="FF0000"/>
            </a:solidFill>
            <a:prstDash val="solid"/>
            <a:round/>
            <a:headEnd len="sm" w="sm" type="none"/>
            <a:tailEnd len="sm" w="sm" type="none"/>
          </a:ln>
        </p:spPr>
      </p:cxnSp>
      <p:cxnSp>
        <p:nvCxnSpPr>
          <p:cNvPr id="1327" name="Google Shape;1327;p47"/>
          <p:cNvCxnSpPr/>
          <p:nvPr/>
        </p:nvCxnSpPr>
        <p:spPr>
          <a:xfrm>
            <a:off x="10875820" y="4168305"/>
            <a:ext cx="0" cy="457200"/>
          </a:xfrm>
          <a:prstGeom prst="straightConnector1">
            <a:avLst/>
          </a:prstGeom>
          <a:noFill/>
          <a:ln cap="flat" cmpd="sng" w="25400">
            <a:solidFill>
              <a:schemeClr val="dk1"/>
            </a:solidFill>
            <a:prstDash val="solid"/>
            <a:round/>
            <a:headEnd len="sm" w="sm" type="none"/>
            <a:tailEnd len="sm" w="sm" type="none"/>
          </a:ln>
        </p:spPr>
      </p:cxnSp>
      <p:cxnSp>
        <p:nvCxnSpPr>
          <p:cNvPr id="1328" name="Google Shape;1328;p47"/>
          <p:cNvCxnSpPr>
            <a:stCxn id="1321" idx="4"/>
            <a:endCxn id="1323" idx="0"/>
          </p:cNvCxnSpPr>
          <p:nvPr/>
        </p:nvCxnSpPr>
        <p:spPr>
          <a:xfrm>
            <a:off x="9459921" y="4168305"/>
            <a:ext cx="0" cy="457200"/>
          </a:xfrm>
          <a:prstGeom prst="straightConnector1">
            <a:avLst/>
          </a:prstGeom>
          <a:noFill/>
          <a:ln cap="flat" cmpd="sng" w="28575">
            <a:solidFill>
              <a:srgbClr val="FF0000"/>
            </a:solidFill>
            <a:prstDash val="solid"/>
            <a:round/>
            <a:headEnd len="sm" w="sm" type="none"/>
            <a:tailEnd len="sm" w="sm" type="none"/>
          </a:ln>
        </p:spPr>
      </p:cxnSp>
      <p:cxnSp>
        <p:nvCxnSpPr>
          <p:cNvPr id="1329" name="Google Shape;1329;p47"/>
          <p:cNvCxnSpPr>
            <a:stCxn id="1320" idx="0"/>
            <a:endCxn id="1317" idx="4"/>
          </p:cNvCxnSpPr>
          <p:nvPr/>
        </p:nvCxnSpPr>
        <p:spPr>
          <a:xfrm rot="10800000">
            <a:off x="9231244" y="3253905"/>
            <a:ext cx="1676100" cy="457200"/>
          </a:xfrm>
          <a:prstGeom prst="straightConnector1">
            <a:avLst/>
          </a:prstGeom>
          <a:noFill/>
          <a:ln cap="flat" cmpd="sng" w="25400">
            <a:solidFill>
              <a:schemeClr val="dk1"/>
            </a:solidFill>
            <a:prstDash val="solid"/>
            <a:round/>
            <a:headEnd len="sm" w="sm" type="none"/>
            <a:tailEnd len="sm" w="sm" type="none"/>
          </a:ln>
        </p:spPr>
      </p:cxnSp>
      <p:cxnSp>
        <p:nvCxnSpPr>
          <p:cNvPr id="1330" name="Google Shape;1330;p47"/>
          <p:cNvCxnSpPr>
            <a:stCxn id="1317" idx="4"/>
            <a:endCxn id="1318" idx="0"/>
          </p:cNvCxnSpPr>
          <p:nvPr/>
        </p:nvCxnSpPr>
        <p:spPr>
          <a:xfrm flipH="1">
            <a:off x="8697981" y="3253905"/>
            <a:ext cx="533400" cy="457200"/>
          </a:xfrm>
          <a:prstGeom prst="straightConnector1">
            <a:avLst/>
          </a:prstGeom>
          <a:noFill/>
          <a:ln cap="flat" cmpd="sng" w="25400">
            <a:solidFill>
              <a:schemeClr val="dk1"/>
            </a:solidFill>
            <a:prstDash val="solid"/>
            <a:round/>
            <a:headEnd len="sm" w="sm" type="none"/>
            <a:tailEnd len="sm" w="sm" type="none"/>
          </a:ln>
        </p:spPr>
      </p:cxnSp>
      <p:cxnSp>
        <p:nvCxnSpPr>
          <p:cNvPr id="1331" name="Google Shape;1331;p47"/>
          <p:cNvCxnSpPr>
            <a:stCxn id="1318" idx="4"/>
            <a:endCxn id="1319" idx="0"/>
          </p:cNvCxnSpPr>
          <p:nvPr/>
        </p:nvCxnSpPr>
        <p:spPr>
          <a:xfrm>
            <a:off x="8698120" y="4168305"/>
            <a:ext cx="0" cy="457200"/>
          </a:xfrm>
          <a:prstGeom prst="straightConnector1">
            <a:avLst/>
          </a:prstGeom>
          <a:noFill/>
          <a:ln cap="flat" cmpd="sng" w="25400">
            <a:solidFill>
              <a:schemeClr val="dk1"/>
            </a:solidFill>
            <a:prstDash val="solid"/>
            <a:round/>
            <a:headEnd len="sm" w="sm" type="none"/>
            <a:tailEnd len="sm" w="sm" type="none"/>
          </a:ln>
        </p:spPr>
      </p:cxnSp>
      <p:cxnSp>
        <p:nvCxnSpPr>
          <p:cNvPr id="1332" name="Google Shape;1332;p47"/>
          <p:cNvCxnSpPr/>
          <p:nvPr/>
        </p:nvCxnSpPr>
        <p:spPr>
          <a:xfrm>
            <a:off x="10875820" y="5082705"/>
            <a:ext cx="0" cy="457200"/>
          </a:xfrm>
          <a:prstGeom prst="straightConnector1">
            <a:avLst/>
          </a:prstGeom>
          <a:noFill/>
          <a:ln cap="flat" cmpd="sng" w="25400">
            <a:solidFill>
              <a:schemeClr val="dk1"/>
            </a:solidFill>
            <a:prstDash val="solid"/>
            <a:round/>
            <a:headEnd len="sm" w="sm" type="none"/>
            <a:tailEnd len="sm" w="sm" type="none"/>
          </a:ln>
        </p:spPr>
      </p:cxnSp>
      <p:sp>
        <p:nvSpPr>
          <p:cNvPr id="1333" name="Google Shape;1333;p47"/>
          <p:cNvSpPr txBox="1"/>
          <p:nvPr/>
        </p:nvSpPr>
        <p:spPr>
          <a:xfrm>
            <a:off x="9990552" y="2034706"/>
            <a:ext cx="83798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0 h=6</a:t>
            </a:r>
            <a:endParaRPr/>
          </a:p>
        </p:txBody>
      </p:sp>
      <p:sp>
        <p:nvSpPr>
          <p:cNvPr id="1334" name="Google Shape;1334;p47"/>
          <p:cNvSpPr txBox="1"/>
          <p:nvPr/>
        </p:nvSpPr>
        <p:spPr>
          <a:xfrm>
            <a:off x="8272562" y="2622222"/>
            <a:ext cx="83798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1 h=5</a:t>
            </a:r>
            <a:endParaRPr/>
          </a:p>
        </p:txBody>
      </p:sp>
      <p:sp>
        <p:nvSpPr>
          <p:cNvPr id="1335" name="Google Shape;1335;p47"/>
          <p:cNvSpPr txBox="1"/>
          <p:nvPr/>
        </p:nvSpPr>
        <p:spPr>
          <a:xfrm>
            <a:off x="7631597" y="3558706"/>
            <a:ext cx="83798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2 h=6</a:t>
            </a:r>
            <a:endParaRPr/>
          </a:p>
        </p:txBody>
      </p:sp>
      <p:sp>
        <p:nvSpPr>
          <p:cNvPr id="1336" name="Google Shape;1336;p47"/>
          <p:cNvSpPr txBox="1"/>
          <p:nvPr/>
        </p:nvSpPr>
        <p:spPr>
          <a:xfrm>
            <a:off x="7631597" y="4451022"/>
            <a:ext cx="83798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3 h=7</a:t>
            </a:r>
            <a:endParaRPr/>
          </a:p>
        </p:txBody>
      </p:sp>
      <p:sp>
        <p:nvSpPr>
          <p:cNvPr id="1337" name="Google Shape;1337;p47"/>
          <p:cNvSpPr txBox="1"/>
          <p:nvPr/>
        </p:nvSpPr>
        <p:spPr>
          <a:xfrm>
            <a:off x="9612281" y="3634905"/>
            <a:ext cx="83798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4 h=2</a:t>
            </a:r>
            <a:endParaRPr/>
          </a:p>
        </p:txBody>
      </p:sp>
      <p:sp>
        <p:nvSpPr>
          <p:cNvPr id="1338" name="Google Shape;1338;p47"/>
          <p:cNvSpPr txBox="1"/>
          <p:nvPr/>
        </p:nvSpPr>
        <p:spPr>
          <a:xfrm>
            <a:off x="9612281" y="4473106"/>
            <a:ext cx="83798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6 h=0</a:t>
            </a:r>
            <a:endParaRPr/>
          </a:p>
        </p:txBody>
      </p:sp>
      <p:sp>
        <p:nvSpPr>
          <p:cNvPr id="1339" name="Google Shape;1339;p47"/>
          <p:cNvSpPr txBox="1"/>
          <p:nvPr/>
        </p:nvSpPr>
        <p:spPr>
          <a:xfrm>
            <a:off x="11028180" y="3536622"/>
            <a:ext cx="83798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9 h=1</a:t>
            </a:r>
            <a:endParaRPr/>
          </a:p>
        </p:txBody>
      </p:sp>
      <p:sp>
        <p:nvSpPr>
          <p:cNvPr id="1340" name="Google Shape;1340;p47"/>
          <p:cNvSpPr txBox="1"/>
          <p:nvPr/>
        </p:nvSpPr>
        <p:spPr>
          <a:xfrm>
            <a:off x="11028180" y="4527222"/>
            <a:ext cx="91416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10 h=2</a:t>
            </a:r>
            <a:endParaRPr/>
          </a:p>
        </p:txBody>
      </p:sp>
      <p:sp>
        <p:nvSpPr>
          <p:cNvPr id="1341" name="Google Shape;1341;p47"/>
          <p:cNvSpPr txBox="1"/>
          <p:nvPr/>
        </p:nvSpPr>
        <p:spPr>
          <a:xfrm>
            <a:off x="11028180" y="5387506"/>
            <a:ext cx="914162" cy="646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Palatino"/>
                <a:ea typeface="Palatino"/>
                <a:cs typeface="Palatino"/>
                <a:sym typeface="Palatino"/>
              </a:rPr>
              <a:t>g = 12 h=0</a:t>
            </a:r>
            <a:endParaRPr/>
          </a:p>
        </p:txBody>
      </p:sp>
      <p:sp>
        <p:nvSpPr>
          <p:cNvPr id="1342" name="Google Shape;1342;p47"/>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343" name="Google Shape;1343;p47"/>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48"/>
          <p:cNvSpPr txBox="1"/>
          <p:nvPr>
            <p:ph type="title"/>
          </p:nvPr>
        </p:nvSpPr>
        <p:spPr>
          <a:xfrm>
            <a:off x="2362040" y="122238"/>
            <a:ext cx="9523572" cy="33496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F0000"/>
              </a:buClr>
              <a:buSzPts val="3000"/>
              <a:buFont typeface="Calibri"/>
              <a:buNone/>
            </a:pPr>
            <a:r>
              <a:rPr lang="en-US"/>
              <a:t>A* Search </a:t>
            </a:r>
            <a:endParaRPr/>
          </a:p>
        </p:txBody>
      </p:sp>
      <p:sp>
        <p:nvSpPr>
          <p:cNvPr id="1351" name="Google Shape;1351;p48"/>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352" name="Google Shape;1352;p48"/>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53" name="Google Shape;1353;p48"/>
          <p:cNvPicPr preferRelativeResize="0"/>
          <p:nvPr/>
        </p:nvPicPr>
        <p:blipFill rotWithShape="1">
          <a:blip r:embed="rId3">
            <a:alphaModFix/>
          </a:blip>
          <a:srcRect b="0" l="0" r="0" t="0"/>
          <a:stretch/>
        </p:blipFill>
        <p:spPr>
          <a:xfrm>
            <a:off x="3046412" y="1447800"/>
            <a:ext cx="6553200" cy="38176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49"/>
          <p:cNvSpPr txBox="1"/>
          <p:nvPr>
            <p:ph type="title"/>
          </p:nvPr>
        </p:nvSpPr>
        <p:spPr>
          <a:xfrm>
            <a:off x="2362040" y="122238"/>
            <a:ext cx="7923372" cy="334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0000"/>
              </a:buClr>
              <a:buSzPts val="3000"/>
              <a:buFont typeface="Calibri"/>
              <a:buNone/>
            </a:pPr>
            <a:r>
              <a:rPr lang="en-US"/>
              <a:t>SUMMARY</a:t>
            </a:r>
            <a:endParaRPr/>
          </a:p>
        </p:txBody>
      </p:sp>
      <p:sp>
        <p:nvSpPr>
          <p:cNvPr id="1359" name="Google Shape;1359;p49"/>
          <p:cNvSpPr txBox="1"/>
          <p:nvPr>
            <p:ph idx="1" type="body"/>
          </p:nvPr>
        </p:nvSpPr>
        <p:spPr>
          <a:xfrm>
            <a:off x="1370012" y="1371600"/>
            <a:ext cx="6172200" cy="5105399"/>
          </a:xfrm>
          <a:prstGeom prst="rect">
            <a:avLst/>
          </a:prstGeom>
          <a:noFill/>
          <a:ln>
            <a:noFill/>
          </a:ln>
        </p:spPr>
        <p:txBody>
          <a:bodyPr anchorCtr="0" anchor="t" bIns="45700" lIns="91425" spcFirstLastPara="1" rIns="91425" wrap="square" tIns="45700">
            <a:normAutofit/>
          </a:bodyPr>
          <a:lstStyle/>
          <a:p>
            <a:pPr indent="-225425" lvl="0" marL="225425" rtl="0" algn="l">
              <a:lnSpc>
                <a:spcPct val="150000"/>
              </a:lnSpc>
              <a:spcBef>
                <a:spcPts val="0"/>
              </a:spcBef>
              <a:spcAft>
                <a:spcPts val="0"/>
              </a:spcAft>
              <a:buClr>
                <a:srgbClr val="3760AA"/>
              </a:buClr>
              <a:buSzPts val="3200"/>
              <a:buChar char="•"/>
            </a:pPr>
            <a:r>
              <a:rPr lang="en-US" sz="3200"/>
              <a:t>Search Problems</a:t>
            </a:r>
            <a:endParaRPr/>
          </a:p>
          <a:p>
            <a:pPr indent="-225425" lvl="0" marL="225425" rtl="0" algn="l">
              <a:lnSpc>
                <a:spcPct val="150000"/>
              </a:lnSpc>
              <a:spcBef>
                <a:spcPts val="640"/>
              </a:spcBef>
              <a:spcAft>
                <a:spcPts val="0"/>
              </a:spcAft>
              <a:buClr>
                <a:srgbClr val="3760AA"/>
              </a:buClr>
              <a:buSzPts val="3200"/>
              <a:buChar char="•"/>
            </a:pPr>
            <a:r>
              <a:rPr lang="en-US" sz="3200"/>
              <a:t>Uninformed Search </a:t>
            </a:r>
            <a:endParaRPr/>
          </a:p>
          <a:p>
            <a:pPr indent="-225425" lvl="0" marL="225425" rtl="0" algn="l">
              <a:lnSpc>
                <a:spcPct val="150000"/>
              </a:lnSpc>
              <a:spcBef>
                <a:spcPts val="640"/>
              </a:spcBef>
              <a:spcAft>
                <a:spcPts val="0"/>
              </a:spcAft>
              <a:buClr>
                <a:srgbClr val="3760AA"/>
              </a:buClr>
              <a:buSzPts val="3200"/>
              <a:buChar char="•"/>
            </a:pPr>
            <a:r>
              <a:rPr lang="en-US" sz="3200"/>
              <a:t>Informed Search</a:t>
            </a:r>
            <a:endParaRPr/>
          </a:p>
          <a:p>
            <a:pPr indent="0" lvl="0" marL="0" rtl="0" algn="l">
              <a:lnSpc>
                <a:spcPct val="150000"/>
              </a:lnSpc>
              <a:spcBef>
                <a:spcPts val="640"/>
              </a:spcBef>
              <a:spcAft>
                <a:spcPts val="0"/>
              </a:spcAft>
              <a:buClr>
                <a:srgbClr val="3760AA"/>
              </a:buClr>
              <a:buSzPts val="3200"/>
              <a:buNone/>
            </a:pPr>
            <a:r>
              <a:t/>
            </a:r>
            <a:endParaRPr sz="3200"/>
          </a:p>
        </p:txBody>
      </p:sp>
      <p:sp>
        <p:nvSpPr>
          <p:cNvPr id="1360" name="Google Shape;1360;p49"/>
          <p:cNvSpPr txBox="1"/>
          <p:nvPr>
            <p:ph idx="11" type="ftr"/>
          </p:nvPr>
        </p:nvSpPr>
        <p:spPr>
          <a:xfrm>
            <a:off x="177217" y="6525149"/>
            <a:ext cx="3859795"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 Intelligence</a:t>
            </a:r>
            <a:endParaRPr/>
          </a:p>
        </p:txBody>
      </p:sp>
      <p:sp>
        <p:nvSpPr>
          <p:cNvPr id="1361" name="Google Shape;1361;p49"/>
          <p:cNvSpPr txBox="1"/>
          <p:nvPr>
            <p:ph idx="12" type="sldNum"/>
          </p:nvPr>
        </p:nvSpPr>
        <p:spPr>
          <a:xfrm>
            <a:off x="11276012" y="6542442"/>
            <a:ext cx="533400" cy="32067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LeNga\Desktop\Question.jpg" id="1362" name="Google Shape;1362;p49"/>
          <p:cNvPicPr preferRelativeResize="0"/>
          <p:nvPr/>
        </p:nvPicPr>
        <p:blipFill rotWithShape="1">
          <a:blip r:embed="rId3">
            <a:alphaModFix/>
          </a:blip>
          <a:srcRect b="7792" l="21836" r="10053" t="5339"/>
          <a:stretch/>
        </p:blipFill>
        <p:spPr>
          <a:xfrm>
            <a:off x="8311723" y="1828800"/>
            <a:ext cx="2362200" cy="268654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2021-12-14T10:45:07Z</dcterms:created>
  <dc:creator>LeNga</dc:creator>
</cp:coreProperties>
</file>